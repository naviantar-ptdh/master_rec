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4124" r:id="rId2"/>
    <p:sldId id="4154" r:id="rId3"/>
    <p:sldId id="4151" r:id="rId4"/>
    <p:sldId id="4145" r:id="rId5"/>
    <p:sldId id="4158" r:id="rId6"/>
    <p:sldId id="4161" r:id="rId7"/>
    <p:sldId id="4162" r:id="rId8"/>
    <p:sldId id="4160" r:id="rId9"/>
    <p:sldId id="4163" r:id="rId10"/>
    <p:sldId id="4146" r:id="rId11"/>
    <p:sldId id="4159" r:id="rId12"/>
    <p:sldId id="4093" r:id="rId13"/>
  </p:sldIdLst>
  <p:sldSz cx="18288000" cy="10287000"/>
  <p:notesSz cx="6807200" cy="99393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3ACB179-2AEB-4BAC-8269-98D684FD2A74}">
          <p14:sldIdLst>
            <p14:sldId id="4124"/>
            <p14:sldId id="4154"/>
            <p14:sldId id="4151"/>
            <p14:sldId id="4145"/>
            <p14:sldId id="4158"/>
            <p14:sldId id="4161"/>
            <p14:sldId id="4162"/>
            <p14:sldId id="4160"/>
            <p14:sldId id="4163"/>
            <p14:sldId id="4146"/>
            <p14:sldId id="4159"/>
            <p14:sldId id="40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8C1415-AC84-79A9-CC53-6F15C1DD8F34}" name="Bachry Bachry" initials="BB" userId="4d1d40a8987a3a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805"/>
    <a:srgbClr val="FF8F00"/>
    <a:srgbClr val="FF7501"/>
    <a:srgbClr val="D4DEE2"/>
    <a:srgbClr val="EFEFEF"/>
    <a:srgbClr val="FFB209"/>
    <a:srgbClr val="FF6C26"/>
    <a:srgbClr val="B4B4B4"/>
    <a:srgbClr val="FFBD00"/>
    <a:srgbClr val="FFDC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B4CBE6-24AC-4A55-A208-BD2749603793}" v="25" dt="2026-05-09T13:26:18.1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88" autoAdjust="0"/>
    <p:restoredTop sz="91738" autoAdjust="0"/>
  </p:normalViewPr>
  <p:slideViewPr>
    <p:cSldViewPr showGuides="1">
      <p:cViewPr varScale="1">
        <p:scale>
          <a:sx n="39" d="100"/>
          <a:sy n="39" d="100"/>
        </p:scale>
        <p:origin x="1280" y="36"/>
      </p:cViewPr>
      <p:guideLst>
        <p:guide orient="horz" pos="213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vi Antar" userId="6df6a063-371f-44fb-8c83-31ca573a9c53" providerId="ADAL" clId="{40A68A68-38CD-43FF-9171-6B7D61AE371A}"/>
    <pc:docChg chg="custSel modSld">
      <pc:chgData name="Navi Antar" userId="6df6a063-371f-44fb-8c83-31ca573a9c53" providerId="ADAL" clId="{40A68A68-38CD-43FF-9171-6B7D61AE371A}" dt="2026-05-07T07:16:02.431" v="7" actId="478"/>
      <pc:docMkLst>
        <pc:docMk/>
      </pc:docMkLst>
      <pc:sldChg chg="delSp mod">
        <pc:chgData name="Navi Antar" userId="6df6a063-371f-44fb-8c83-31ca573a9c53" providerId="ADAL" clId="{40A68A68-38CD-43FF-9171-6B7D61AE371A}" dt="2026-05-07T07:15:45.760" v="2" actId="478"/>
        <pc:sldMkLst>
          <pc:docMk/>
          <pc:sldMk cId="1269423291" sldId="4145"/>
        </pc:sldMkLst>
      </pc:sldChg>
      <pc:sldChg chg="delSp mod">
        <pc:chgData name="Navi Antar" userId="6df6a063-371f-44fb-8c83-31ca573a9c53" providerId="ADAL" clId="{40A68A68-38CD-43FF-9171-6B7D61AE371A}" dt="2026-05-07T07:15:59.753" v="6" actId="478"/>
        <pc:sldMkLst>
          <pc:docMk/>
          <pc:sldMk cId="2443000002" sldId="4146"/>
        </pc:sldMkLst>
      </pc:sldChg>
      <pc:sldChg chg="delSp mod">
        <pc:chgData name="Navi Antar" userId="6df6a063-371f-44fb-8c83-31ca573a9c53" providerId="ADAL" clId="{40A68A68-38CD-43FF-9171-6B7D61AE371A}" dt="2026-05-07T07:15:41.368" v="1" actId="478"/>
        <pc:sldMkLst>
          <pc:docMk/>
          <pc:sldMk cId="699567250" sldId="4151"/>
        </pc:sldMkLst>
      </pc:sldChg>
      <pc:sldChg chg="delSp mod">
        <pc:chgData name="Navi Antar" userId="6df6a063-371f-44fb-8c83-31ca573a9c53" providerId="ADAL" clId="{40A68A68-38CD-43FF-9171-6B7D61AE371A}" dt="2026-05-07T07:15:36.604" v="0" actId="478"/>
        <pc:sldMkLst>
          <pc:docMk/>
          <pc:sldMk cId="3252344490" sldId="4154"/>
        </pc:sldMkLst>
      </pc:sldChg>
    </pc:docChg>
  </pc:docChgLst>
  <pc:docChgLst>
    <pc:chgData name="Navi Antar" userId="6df6a063-371f-44fb-8c83-31ca573a9c53" providerId="ADAL" clId="{B2D6C4DE-6F5C-4FB7-BCBD-86E4EE766760}"/>
    <pc:docChg chg="undo redo custSel addSld delSld modSld sldOrd modSection">
      <pc:chgData name="Navi Antar" userId="6df6a063-371f-44fb-8c83-31ca573a9c53" providerId="ADAL" clId="{B2D6C4DE-6F5C-4FB7-BCBD-86E4EE766760}" dt="2026-05-09T13:26:18.169" v="613"/>
      <pc:docMkLst>
        <pc:docMk/>
      </pc:docMkLst>
      <pc:sldChg chg="del">
        <pc:chgData name="Navi Antar" userId="6df6a063-371f-44fb-8c83-31ca573a9c53" providerId="ADAL" clId="{B2D6C4DE-6F5C-4FB7-BCBD-86E4EE766760}" dt="2026-05-09T13:06:01.322" v="466" actId="2696"/>
        <pc:sldMkLst>
          <pc:docMk/>
          <pc:sldMk cId="2103430863" sldId="4143"/>
        </pc:sldMkLst>
      </pc:sldChg>
      <pc:sldChg chg="del">
        <pc:chgData name="Navi Antar" userId="6df6a063-371f-44fb-8c83-31ca573a9c53" providerId="ADAL" clId="{B2D6C4DE-6F5C-4FB7-BCBD-86E4EE766760}" dt="2026-05-09T13:09:58.368" v="488" actId="2696"/>
        <pc:sldMkLst>
          <pc:docMk/>
          <pc:sldMk cId="3781804838" sldId="4144"/>
        </pc:sldMkLst>
      </pc:sldChg>
      <pc:sldChg chg="delSp mod">
        <pc:chgData name="Navi Antar" userId="6df6a063-371f-44fb-8c83-31ca573a9c53" providerId="ADAL" clId="{B2D6C4DE-6F5C-4FB7-BCBD-86E4EE766760}" dt="2026-05-09T13:11:11.591" v="500" actId="478"/>
        <pc:sldMkLst>
          <pc:docMk/>
          <pc:sldMk cId="1269423291" sldId="4145"/>
        </pc:sldMkLst>
        <pc:spChg chg="del">
          <ac:chgData name="Navi Antar" userId="6df6a063-371f-44fb-8c83-31ca573a9c53" providerId="ADAL" clId="{B2D6C4DE-6F5C-4FB7-BCBD-86E4EE766760}" dt="2026-05-09T13:11:11.591" v="500" actId="478"/>
          <ac:spMkLst>
            <pc:docMk/>
            <pc:sldMk cId="1269423291" sldId="4145"/>
            <ac:spMk id="11" creationId="{00000000-0000-0000-0000-000000000000}"/>
          </ac:spMkLst>
        </pc:spChg>
      </pc:sldChg>
      <pc:sldChg chg="del">
        <pc:chgData name="Navi Antar" userId="6df6a063-371f-44fb-8c83-31ca573a9c53" providerId="ADAL" clId="{B2D6C4DE-6F5C-4FB7-BCBD-86E4EE766760}" dt="2026-05-09T13:07:09.336" v="473" actId="2696"/>
        <pc:sldMkLst>
          <pc:docMk/>
          <pc:sldMk cId="1023368460" sldId="4147"/>
        </pc:sldMkLst>
      </pc:sldChg>
      <pc:sldChg chg="addSp modSp mod">
        <pc:chgData name="Navi Antar" userId="6df6a063-371f-44fb-8c83-31ca573a9c53" providerId="ADAL" clId="{B2D6C4DE-6F5C-4FB7-BCBD-86E4EE766760}" dt="2026-05-09T13:24:39.871" v="608"/>
        <pc:sldMkLst>
          <pc:docMk/>
          <pc:sldMk cId="699567250" sldId="4151"/>
        </pc:sldMkLst>
        <pc:graphicFrameChg chg="add mod modGraphic">
          <ac:chgData name="Navi Antar" userId="6df6a063-371f-44fb-8c83-31ca573a9c53" providerId="ADAL" clId="{B2D6C4DE-6F5C-4FB7-BCBD-86E4EE766760}" dt="2026-05-09T13:24:39.871" v="608"/>
          <ac:graphicFrameMkLst>
            <pc:docMk/>
            <pc:sldMk cId="699567250" sldId="4151"/>
            <ac:graphicFrameMk id="2" creationId="{3218E7A3-0F12-59D9-B558-5EE33C337662}"/>
          </ac:graphicFrameMkLst>
        </pc:graphicFrameChg>
      </pc:sldChg>
      <pc:sldChg chg="addSp delSp modSp mod">
        <pc:chgData name="Navi Antar" userId="6df6a063-371f-44fb-8c83-31ca573a9c53" providerId="ADAL" clId="{B2D6C4DE-6F5C-4FB7-BCBD-86E4EE766760}" dt="2026-05-09T13:03:28.002" v="454"/>
        <pc:sldMkLst>
          <pc:docMk/>
          <pc:sldMk cId="3252344490" sldId="4154"/>
        </pc:sldMkLst>
        <pc:spChg chg="del">
          <ac:chgData name="Navi Antar" userId="6df6a063-371f-44fb-8c83-31ca573a9c53" providerId="ADAL" clId="{B2D6C4DE-6F5C-4FB7-BCBD-86E4EE766760}" dt="2026-05-09T13:00:04.619" v="420" actId="478"/>
          <ac:spMkLst>
            <pc:docMk/>
            <pc:sldMk cId="3252344490" sldId="4154"/>
            <ac:spMk id="8" creationId="{00000000-0000-0000-0000-000000000000}"/>
          </ac:spMkLst>
        </pc:spChg>
        <pc:graphicFrameChg chg="add mod modGraphic">
          <ac:chgData name="Navi Antar" userId="6df6a063-371f-44fb-8c83-31ca573a9c53" providerId="ADAL" clId="{B2D6C4DE-6F5C-4FB7-BCBD-86E4EE766760}" dt="2026-05-09T13:03:02.990" v="452"/>
          <ac:graphicFrameMkLst>
            <pc:docMk/>
            <pc:sldMk cId="3252344490" sldId="4154"/>
            <ac:graphicFrameMk id="2" creationId="{06A883E3-AC3C-CCC8-7DEA-53FC6F8078D8}"/>
          </ac:graphicFrameMkLst>
        </pc:graphicFrameChg>
        <pc:graphicFrameChg chg="add mod modGraphic">
          <ac:chgData name="Navi Antar" userId="6df6a063-371f-44fb-8c83-31ca573a9c53" providerId="ADAL" clId="{B2D6C4DE-6F5C-4FB7-BCBD-86E4EE766760}" dt="2026-05-09T13:03:28.002" v="454"/>
          <ac:graphicFrameMkLst>
            <pc:docMk/>
            <pc:sldMk cId="3252344490" sldId="4154"/>
            <ac:graphicFrameMk id="3" creationId="{99E232AC-27D2-EE7D-5DBB-69DBFE110828}"/>
          </ac:graphicFrameMkLst>
        </pc:graphicFrameChg>
      </pc:sldChg>
      <pc:sldChg chg="del">
        <pc:chgData name="Navi Antar" userId="6df6a063-371f-44fb-8c83-31ca573a9c53" providerId="ADAL" clId="{B2D6C4DE-6F5C-4FB7-BCBD-86E4EE766760}" dt="2026-05-09T13:10:11.933" v="491" actId="2696"/>
        <pc:sldMkLst>
          <pc:docMk/>
          <pc:sldMk cId="77150661" sldId="4157"/>
        </pc:sldMkLst>
      </pc:sldChg>
      <pc:sldChg chg="modSp add mod ord">
        <pc:chgData name="Navi Antar" userId="6df6a063-371f-44fb-8c83-31ca573a9c53" providerId="ADAL" clId="{B2D6C4DE-6F5C-4FB7-BCBD-86E4EE766760}" dt="2026-05-09T13:05:33.515" v="462" actId="20577"/>
        <pc:sldMkLst>
          <pc:docMk/>
          <pc:sldMk cId="1071383743" sldId="4158"/>
        </pc:sldMkLst>
        <pc:spChg chg="mod">
          <ac:chgData name="Navi Antar" userId="6df6a063-371f-44fb-8c83-31ca573a9c53" providerId="ADAL" clId="{B2D6C4DE-6F5C-4FB7-BCBD-86E4EE766760}" dt="2026-05-09T13:05:33.515" v="462" actId="20577"/>
          <ac:spMkLst>
            <pc:docMk/>
            <pc:sldMk cId="1071383743" sldId="4158"/>
            <ac:spMk id="61" creationId="{FD57AE2D-2E00-1C72-C21D-3B3F6C93FBE3}"/>
          </ac:spMkLst>
        </pc:spChg>
      </pc:sldChg>
      <pc:sldChg chg="modSp add mod ord">
        <pc:chgData name="Navi Antar" userId="6df6a063-371f-44fb-8c83-31ca573a9c53" providerId="ADAL" clId="{B2D6C4DE-6F5C-4FB7-BCBD-86E4EE766760}" dt="2026-05-09T13:10:16.893" v="494" actId="20577"/>
        <pc:sldMkLst>
          <pc:docMk/>
          <pc:sldMk cId="395555667" sldId="4159"/>
        </pc:sldMkLst>
        <pc:spChg chg="mod">
          <ac:chgData name="Navi Antar" userId="6df6a063-371f-44fb-8c83-31ca573a9c53" providerId="ADAL" clId="{B2D6C4DE-6F5C-4FB7-BCBD-86E4EE766760}" dt="2026-05-09T13:10:16.893" v="494" actId="20577"/>
          <ac:spMkLst>
            <pc:docMk/>
            <pc:sldMk cId="395555667" sldId="4159"/>
            <ac:spMk id="61" creationId="{105C7C17-9B17-C38F-33CF-A28E47A2CA72}"/>
          </ac:spMkLst>
        </pc:spChg>
      </pc:sldChg>
      <pc:sldChg chg="modSp add mod ord">
        <pc:chgData name="Navi Antar" userId="6df6a063-371f-44fb-8c83-31ca573a9c53" providerId="ADAL" clId="{B2D6C4DE-6F5C-4FB7-BCBD-86E4EE766760}" dt="2026-05-09T13:06:23.086" v="472" actId="20577"/>
        <pc:sldMkLst>
          <pc:docMk/>
          <pc:sldMk cId="3093682661" sldId="4160"/>
        </pc:sldMkLst>
        <pc:spChg chg="mod">
          <ac:chgData name="Navi Antar" userId="6df6a063-371f-44fb-8c83-31ca573a9c53" providerId="ADAL" clId="{B2D6C4DE-6F5C-4FB7-BCBD-86E4EE766760}" dt="2026-05-09T13:06:23.086" v="472" actId="20577"/>
          <ac:spMkLst>
            <pc:docMk/>
            <pc:sldMk cId="3093682661" sldId="4160"/>
            <ac:spMk id="61" creationId="{35E2B32C-45F1-5B62-C901-2C7F00633E3C}"/>
          </ac:spMkLst>
        </pc:spChg>
      </pc:sldChg>
      <pc:sldChg chg="addSp delSp modSp add mod ord">
        <pc:chgData name="Navi Antar" userId="6df6a063-371f-44fb-8c83-31ca573a9c53" providerId="ADAL" clId="{B2D6C4DE-6F5C-4FB7-BCBD-86E4EE766760}" dt="2026-05-09T13:26:09.529" v="611"/>
        <pc:sldMkLst>
          <pc:docMk/>
          <pc:sldMk cId="1577311331" sldId="4161"/>
        </pc:sldMkLst>
        <pc:spChg chg="add mod">
          <ac:chgData name="Navi Antar" userId="6df6a063-371f-44fb-8c83-31ca573a9c53" providerId="ADAL" clId="{B2D6C4DE-6F5C-4FB7-BCBD-86E4EE766760}" dt="2026-05-09T13:26:09.529" v="611"/>
          <ac:spMkLst>
            <pc:docMk/>
            <pc:sldMk cId="1577311331" sldId="4161"/>
            <ac:spMk id="2" creationId="{E63ABB99-AE7F-58E3-87CF-33C5F178753A}"/>
          </ac:spMkLst>
        </pc:spChg>
        <pc:spChg chg="del mod">
          <ac:chgData name="Navi Antar" userId="6df6a063-371f-44fb-8c83-31ca573a9c53" providerId="ADAL" clId="{B2D6C4DE-6F5C-4FB7-BCBD-86E4EE766760}" dt="2026-05-09T13:26:08.629" v="610" actId="478"/>
          <ac:spMkLst>
            <pc:docMk/>
            <pc:sldMk cId="1577311331" sldId="4161"/>
            <ac:spMk id="7" creationId="{523559EA-84DC-D0C6-E69F-35652776F039}"/>
          </ac:spMkLst>
        </pc:spChg>
        <pc:spChg chg="mod">
          <ac:chgData name="Navi Antar" userId="6df6a063-371f-44fb-8c83-31ca573a9c53" providerId="ADAL" clId="{B2D6C4DE-6F5C-4FB7-BCBD-86E4EE766760}" dt="2026-05-09T13:07:24.819" v="478" actId="20577"/>
          <ac:spMkLst>
            <pc:docMk/>
            <pc:sldMk cId="1577311331" sldId="4161"/>
            <ac:spMk id="61" creationId="{8DAB7870-28E9-FF9A-2E30-69391651D0A9}"/>
          </ac:spMkLst>
        </pc:spChg>
        <pc:graphicFrameChg chg="add mod">
          <ac:chgData name="Navi Antar" userId="6df6a063-371f-44fb-8c83-31ca573a9c53" providerId="ADAL" clId="{B2D6C4DE-6F5C-4FB7-BCBD-86E4EE766760}" dt="2026-05-09T13:26:09.529" v="611"/>
          <ac:graphicFrameMkLst>
            <pc:docMk/>
            <pc:sldMk cId="1577311331" sldId="4161"/>
            <ac:graphicFrameMk id="3" creationId="{CD32D9A8-8269-BCB0-EB87-71535D9CFF32}"/>
          </ac:graphicFrameMkLst>
        </pc:graphicFrameChg>
      </pc:sldChg>
      <pc:sldChg chg="delSp modSp add mod ord">
        <pc:chgData name="Navi Antar" userId="6df6a063-371f-44fb-8c83-31ca573a9c53" providerId="ADAL" clId="{B2D6C4DE-6F5C-4FB7-BCBD-86E4EE766760}" dt="2026-05-09T13:11:27.364" v="501" actId="478"/>
        <pc:sldMkLst>
          <pc:docMk/>
          <pc:sldMk cId="1583834187" sldId="4162"/>
        </pc:sldMkLst>
        <pc:spChg chg="del">
          <ac:chgData name="Navi Antar" userId="6df6a063-371f-44fb-8c83-31ca573a9c53" providerId="ADAL" clId="{B2D6C4DE-6F5C-4FB7-BCBD-86E4EE766760}" dt="2026-05-09T13:11:27.364" v="501" actId="478"/>
          <ac:spMkLst>
            <pc:docMk/>
            <pc:sldMk cId="1583834187" sldId="4162"/>
            <ac:spMk id="11" creationId="{BF993D08-AB00-8CA5-607F-CFB4C8904990}"/>
          </ac:spMkLst>
        </pc:spChg>
        <pc:spChg chg="mod">
          <ac:chgData name="Navi Antar" userId="6df6a063-371f-44fb-8c83-31ca573a9c53" providerId="ADAL" clId="{B2D6C4DE-6F5C-4FB7-BCBD-86E4EE766760}" dt="2026-05-09T13:08:57.426" v="485" actId="20577"/>
          <ac:spMkLst>
            <pc:docMk/>
            <pc:sldMk cId="1583834187" sldId="4162"/>
            <ac:spMk id="61" creationId="{8827687D-4D5A-5F3F-8182-E38DE9A840D9}"/>
          </ac:spMkLst>
        </pc:spChg>
      </pc:sldChg>
      <pc:sldChg chg="addSp delSp modSp add mod ord">
        <pc:chgData name="Navi Antar" userId="6df6a063-371f-44fb-8c83-31ca573a9c53" providerId="ADAL" clId="{B2D6C4DE-6F5C-4FB7-BCBD-86E4EE766760}" dt="2026-05-09T13:26:18.169" v="613"/>
        <pc:sldMkLst>
          <pc:docMk/>
          <pc:sldMk cId="2988456765" sldId="4163"/>
        </pc:sldMkLst>
        <pc:spChg chg="add mod">
          <ac:chgData name="Navi Antar" userId="6df6a063-371f-44fb-8c83-31ca573a9c53" providerId="ADAL" clId="{B2D6C4DE-6F5C-4FB7-BCBD-86E4EE766760}" dt="2026-05-09T13:26:18.169" v="613"/>
          <ac:spMkLst>
            <pc:docMk/>
            <pc:sldMk cId="2988456765" sldId="4163"/>
            <ac:spMk id="2" creationId="{DC51BFD4-5396-6518-45C0-0ADFFEA068E9}"/>
          </ac:spMkLst>
        </pc:spChg>
        <pc:spChg chg="del">
          <ac:chgData name="Navi Antar" userId="6df6a063-371f-44fb-8c83-31ca573a9c53" providerId="ADAL" clId="{B2D6C4DE-6F5C-4FB7-BCBD-86E4EE766760}" dt="2026-05-09T13:26:17.305" v="612" actId="478"/>
          <ac:spMkLst>
            <pc:docMk/>
            <pc:sldMk cId="2988456765" sldId="4163"/>
            <ac:spMk id="7" creationId="{0BDD97DD-0101-7E7B-7E96-15EBE8ECCF0F}"/>
          </ac:spMkLst>
        </pc:spChg>
        <pc:spChg chg="mod">
          <ac:chgData name="Navi Antar" userId="6df6a063-371f-44fb-8c83-31ca573a9c53" providerId="ADAL" clId="{B2D6C4DE-6F5C-4FB7-BCBD-86E4EE766760}" dt="2026-05-09T13:10:56.337" v="499" actId="20577"/>
          <ac:spMkLst>
            <pc:docMk/>
            <pc:sldMk cId="2988456765" sldId="4163"/>
            <ac:spMk id="61" creationId="{DC9E60B8-B670-A222-493F-F5F749D90AE0}"/>
          </ac:spMkLst>
        </pc:spChg>
        <pc:graphicFrameChg chg="add mod">
          <ac:chgData name="Navi Antar" userId="6df6a063-371f-44fb-8c83-31ca573a9c53" providerId="ADAL" clId="{B2D6C4DE-6F5C-4FB7-BCBD-86E4EE766760}" dt="2026-05-09T13:26:18.169" v="613"/>
          <ac:graphicFrameMkLst>
            <pc:docMk/>
            <pc:sldMk cId="2988456765" sldId="4163"/>
            <ac:graphicFrameMk id="3" creationId="{81575277-0A91-7C42-2C41-90AE1860BC70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F96D8-2788-4591-9E93-D3E68EF8361F}" type="datetimeFigureOut">
              <a:rPr lang="en-GB" smtClean="0"/>
              <a:t>09/05/2026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1DA3A-BE39-4580-B1E2-5B602861C2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0E947-670A-45E9-B845-9BDA1D7A81F4}" type="datetimeFigureOut">
              <a:rPr lang="en-ID" smtClean="0"/>
              <a:t>09/05/2026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3138"/>
            <a:ext cx="5445125" cy="39131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8AC1E-758F-4CB5-A4F8-8D4595E0E10D}" type="slidenum">
              <a:rPr lang="en-ID" smtClean="0"/>
              <a:t>‹#›</a:t>
            </a:fld>
            <a:endParaRPr lang="en-ID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2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31265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3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20495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4EFFA-FBB9-34DE-BE3C-7E23A54B0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71D1-95D4-982E-BC9A-371F9CD4E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A0B51E-EC9A-2960-FFED-91C90CE0CD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DBED8-DF4A-B2C5-87E9-13A99B30A3CE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4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504943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EFD0C-D7AF-9338-7A8A-E85A18686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FA705-9C53-292A-A178-52B47368A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02EBE-054F-0C4E-6A75-5C14FB600E0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8018C-7A70-53E3-CFE6-7263A73761F4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5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59992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E5E49-7F86-5905-0831-B28B39104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263A7-074E-08C4-7699-D30006FEB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48D31B-E1CB-EA1D-4847-3291D30E6DA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98ABF-CE35-C07A-3813-BAF63CB8958A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6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5543740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249A-8176-4286-1E1C-E894DA13C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79C87-3D87-2B62-FF1B-0B1857C2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A24E50-886F-C0C9-8AA7-777A54C19BC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E3104-4832-98D5-E72D-7CAB9272AA3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7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13710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8D28F-4A80-1B0A-07DA-52519CAB1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FDFF99-6208-8348-4F5A-6613F9948B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8197B3-94D6-B700-F9C8-98854E764B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F037B-FFC1-575C-1293-D827E61ADAF0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8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946856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18420-E0CE-F8A1-F263-62FF72EBF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3F668-818F-99A9-0259-B48D6DB60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5E615-D990-14E8-2896-B80A070D4A1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A559D-BFC8-6465-52ED-D9B0C4A81ADF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9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25831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ABD4-C3B4-2E7A-07ED-3AC1E85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09275-18D9-F849-27F1-27AEA6114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A9466-F90B-7FD4-486D-DAFADC3A0E0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9A88-FB71-91A5-2AEB-8C5B37954709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10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81173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19CD-382C-8A77-3F8B-6D94A18F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75C3D-D5BE-C94F-F05F-9857F2CC5E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2650" cy="3354387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07E14-10CF-CC7C-3560-EB92DCC009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r>
              <a:rPr lang="en-US" dirty="0" err="1"/>
              <a:t>a.What</a:t>
            </a:r>
            <a:r>
              <a:rPr lang="en-US" dirty="0"/>
              <a:t> : </a:t>
            </a:r>
            <a:r>
              <a:rPr lang="en-US" dirty="0" err="1"/>
              <a:t>Jelaskan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perspektif</a:t>
            </a:r>
            <a:r>
              <a:rPr lang="en-US" dirty="0"/>
              <a:t> IPO yang </a:t>
            </a:r>
            <a:r>
              <a:rPr lang="en-US" dirty="0" err="1"/>
              <a:t>lebih</a:t>
            </a:r>
            <a:r>
              <a:rPr lang="en-US" dirty="0"/>
              <a:t> professional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26B2B-7EB0-3768-B6B6-524562E5A2EA}"/>
              </a:ext>
            </a:extLst>
          </p:cNvPr>
          <p:cNvSpPr txBox="1"/>
          <p:nvPr/>
        </p:nvSpPr>
        <p:spPr>
          <a:xfrm>
            <a:off x="3856033" y="9440859"/>
            <a:ext cx="2949570" cy="498476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B2A58E3-10B2-4050-A77F-F0B52CD939B3}" type="slidenum">
              <a:rPr/>
              <a:t>11</a:t>
            </a:fld>
            <a:endParaRPr lang="en-ID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2301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grpSp>
        <p:nvGrpSpPr>
          <p:cNvPr id="9" name="Group 8"/>
          <p:cNvGrpSpPr/>
          <p:nvPr userDrawn="1"/>
        </p:nvGrpSpPr>
        <p:grpSpPr>
          <a:xfrm rot="16200000">
            <a:off x="-5334076" y="4533975"/>
            <a:ext cx="7620000" cy="1219049"/>
            <a:chOff x="6400800" y="5445294"/>
            <a:chExt cx="7620000" cy="1219049"/>
          </a:xfrm>
        </p:grpSpPr>
        <p:sp>
          <p:nvSpPr>
            <p:cNvPr id="10" name="Rectangle 9"/>
            <p:cNvSpPr/>
            <p:nvPr/>
          </p:nvSpPr>
          <p:spPr>
            <a:xfrm>
              <a:off x="6400800" y="5445294"/>
              <a:ext cx="7620000" cy="121904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794944" y="5600700"/>
              <a:ext cx="20608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Primary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624054" y="5600700"/>
              <a:ext cx="259999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Secondary Colours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3423800" y="6033110"/>
              <a:ext cx="432000" cy="432000"/>
            </a:xfrm>
            <a:prstGeom prst="rect">
              <a:avLst/>
            </a:prstGeom>
            <a:solidFill>
              <a:srgbClr val="FF68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2877800" y="6031205"/>
              <a:ext cx="432000" cy="432000"/>
            </a:xfrm>
            <a:prstGeom prst="rect">
              <a:avLst/>
            </a:prstGeom>
            <a:solidFill>
              <a:srgbClr val="FFBD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2336372" y="6031205"/>
              <a:ext cx="432000" cy="43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1794944" y="6033553"/>
              <a:ext cx="432000" cy="432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0792052" y="6029300"/>
              <a:ext cx="432000" cy="432000"/>
            </a:xfrm>
            <a:prstGeom prst="rect">
              <a:avLst/>
            </a:prstGeom>
            <a:solidFill>
              <a:srgbClr val="FF91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0250624" y="6031205"/>
              <a:ext cx="432000" cy="432000"/>
            </a:xfrm>
            <a:prstGeom prst="rect">
              <a:avLst/>
            </a:prstGeom>
            <a:solidFill>
              <a:srgbClr val="FFDC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709196" y="6029300"/>
              <a:ext cx="432000" cy="432000"/>
            </a:xfrm>
            <a:prstGeom prst="rect">
              <a:avLst/>
            </a:prstGeom>
            <a:solidFill>
              <a:srgbClr val="B8DCE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167768" y="6029300"/>
              <a:ext cx="432000" cy="432000"/>
            </a:xfrm>
            <a:prstGeom prst="rect">
              <a:avLst/>
            </a:prstGeom>
            <a:solidFill>
              <a:srgbClr val="8CBDC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624054" y="6029300"/>
              <a:ext cx="432000" cy="432000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13" cstate="screen"/>
            <a:srcRect l="1" r="13712"/>
            <a:stretch>
              <a:fillRect/>
            </a:stretch>
          </p:blipFill>
          <p:spPr>
            <a:xfrm rot="5400000">
              <a:off x="7620360" y="6029300"/>
              <a:ext cx="429714" cy="432000"/>
            </a:xfrm>
            <a:prstGeom prst="rect">
              <a:avLst/>
            </a:prstGeom>
          </p:spPr>
        </p:pic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4" cstate="screen"/>
            <a:srcRect r="36704"/>
            <a:stretch>
              <a:fillRect/>
            </a:stretch>
          </p:blipFill>
          <p:spPr>
            <a:xfrm rot="5400000">
              <a:off x="7077789" y="6028148"/>
              <a:ext cx="429714" cy="432001"/>
            </a:xfrm>
            <a:prstGeom prst="rect">
              <a:avLst/>
            </a:prstGeom>
          </p:spPr>
        </p:pic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15" cstate="screen"/>
            <a:stretch>
              <a:fillRect/>
            </a:stretch>
          </p:blipFill>
          <p:spPr>
            <a:xfrm rot="5400000">
              <a:off x="6531789" y="6028148"/>
              <a:ext cx="432000" cy="432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531789" y="5600700"/>
              <a:ext cx="15182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600" dirty="0">
                  <a:latin typeface="TT Firs Neue Medium" panose="020B0003030000020004" pitchFamily="34" charset="0"/>
                </a:rPr>
                <a:t>Gradient</a:t>
              </a:r>
              <a:endParaRPr lang="en-ID" sz="1600" dirty="0">
                <a:latin typeface="TT Firs Neue Medium" panose="020B0003030000020004" pitchFamily="34" charset="0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ptdh.co.id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2B4AD-731B-BD97-67E9-DFFF3762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4">
            <a:extLst>
              <a:ext uri="{FF2B5EF4-FFF2-40B4-BE49-F238E27FC236}">
                <a16:creationId xmlns:a16="http://schemas.microsoft.com/office/drawing/2014/main" id="{91072AEE-5213-C013-1AFC-5AB8BBCE1CF3}"/>
              </a:ext>
            </a:extLst>
          </p:cNvPr>
          <p:cNvSpPr txBox="1"/>
          <p:nvPr/>
        </p:nvSpPr>
        <p:spPr>
          <a:xfrm>
            <a:off x="533400" y="4209861"/>
            <a:ext cx="8586004" cy="8888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7335"/>
              </a:lnSpc>
            </a:pPr>
            <a:r>
              <a:rPr lang="en-US" sz="54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PT Darma Henwa </a:t>
            </a:r>
            <a:r>
              <a:rPr lang="en-US" sz="5400" b="1" spc="-72" dirty="0" err="1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Tbk</a:t>
            </a:r>
            <a:endParaRPr lang="en-US" sz="5400" b="1" spc="-72" dirty="0">
              <a:solidFill>
                <a:srgbClr val="FF7501"/>
              </a:solidFill>
              <a:latin typeface="TT Firs Neue" panose="020B0003030000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4D19648-49BA-B76D-EBB5-744BA0AA4104}"/>
              </a:ext>
            </a:extLst>
          </p:cNvPr>
          <p:cNvSpPr txBox="1"/>
          <p:nvPr/>
        </p:nvSpPr>
        <p:spPr>
          <a:xfrm>
            <a:off x="602488" y="9147656"/>
            <a:ext cx="6571164" cy="364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60"/>
              </a:lnSpc>
            </a:pPr>
            <a:r>
              <a:rPr lang="en-US" sz="240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  <a:hlinkClick r:id="rId2"/>
              </a:rPr>
              <a:t>www.ptdh.co.id</a:t>
            </a:r>
            <a:endParaRPr lang="en-US" sz="2400" b="1" spc="508" dirty="0">
              <a:solidFill>
                <a:srgbClr val="211C1C"/>
              </a:solidFill>
              <a:latin typeface="TT Firs Neue" panose="020B0003030000020004" pitchFamily="34" charset="0"/>
              <a:ea typeface="Clear Sans Bold"/>
              <a:cs typeface="Clear Sans Bold"/>
              <a:sym typeface="Clear Sans Bold"/>
            </a:endParaRP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D72ECF2-DE53-E179-DE20-09381BDE56F4}"/>
              </a:ext>
            </a:extLst>
          </p:cNvPr>
          <p:cNvSpPr txBox="1"/>
          <p:nvPr/>
        </p:nvSpPr>
        <p:spPr>
          <a:xfrm>
            <a:off x="600629" y="5251647"/>
            <a:ext cx="7575476" cy="44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20"/>
              </a:lnSpc>
            </a:pPr>
            <a:r>
              <a:rPr lang="en-US" sz="3320" b="1" spc="-109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Fulfillment Staff </a:t>
            </a:r>
            <a:r>
              <a:rPr lang="en-US" sz="3320" b="1" spc="-109" dirty="0">
                <a:solidFill>
                  <a:srgbClr val="211C1C"/>
                </a:solidFill>
                <a:latin typeface="Trebuchet MS" panose="020B0603020202020204" pitchFamily="34" charset="0"/>
                <a:ea typeface="Clear Sans Bold"/>
                <a:cs typeface="Clear Sans Bold"/>
                <a:sym typeface="Clear Sans Bold"/>
              </a:rPr>
              <a:t>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8DDABA0-3F55-D250-41C6-CAF2A87506C3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20444" y="307791"/>
            <a:ext cx="3748309" cy="2166692"/>
          </a:xfrm>
          <a:prstGeom prst="rect">
            <a:avLst/>
          </a:prstGeom>
        </p:spPr>
      </p:pic>
      <p:grpSp>
        <p:nvGrpSpPr>
          <p:cNvPr id="124" name="Group 2">
            <a:extLst>
              <a:ext uri="{FF2B5EF4-FFF2-40B4-BE49-F238E27FC236}">
                <a16:creationId xmlns:a16="http://schemas.microsoft.com/office/drawing/2014/main" id="{E9B474E1-F6C1-ED85-5E98-48A6EB4F6826}"/>
              </a:ext>
            </a:extLst>
          </p:cNvPr>
          <p:cNvGrpSpPr/>
          <p:nvPr/>
        </p:nvGrpSpPr>
        <p:grpSpPr>
          <a:xfrm rot="877871">
            <a:off x="10073895" y="6912175"/>
            <a:ext cx="3765319" cy="5217009"/>
            <a:chOff x="0" y="0"/>
            <a:chExt cx="1032754" cy="3478539"/>
          </a:xfrm>
          <a:solidFill>
            <a:srgbClr val="B4B4B4"/>
          </a:solidFill>
        </p:grpSpPr>
        <p:sp>
          <p:nvSpPr>
            <p:cNvPr id="125" name="Freeform 3">
              <a:extLst>
                <a:ext uri="{FF2B5EF4-FFF2-40B4-BE49-F238E27FC236}">
                  <a16:creationId xmlns:a16="http://schemas.microsoft.com/office/drawing/2014/main" id="{71C46521-B3BE-57EB-A2EE-E34067B28597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6" name="TextBox 4">
              <a:extLst>
                <a:ext uri="{FF2B5EF4-FFF2-40B4-BE49-F238E27FC236}">
                  <a16:creationId xmlns:a16="http://schemas.microsoft.com/office/drawing/2014/main" id="{DD158F2A-7010-9962-F020-710385AB3987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27" name="Group 5">
            <a:extLst>
              <a:ext uri="{FF2B5EF4-FFF2-40B4-BE49-F238E27FC236}">
                <a16:creationId xmlns:a16="http://schemas.microsoft.com/office/drawing/2014/main" id="{69C74CA7-C39B-B42A-718D-96218914153C}"/>
              </a:ext>
            </a:extLst>
          </p:cNvPr>
          <p:cNvGrpSpPr/>
          <p:nvPr/>
        </p:nvGrpSpPr>
        <p:grpSpPr>
          <a:xfrm rot="870606">
            <a:off x="10115618" y="-704327"/>
            <a:ext cx="1056814" cy="7724845"/>
            <a:chOff x="0" y="-28575"/>
            <a:chExt cx="289864" cy="2772778"/>
          </a:xfrm>
          <a:solidFill>
            <a:srgbClr val="FFB915"/>
          </a:solidFill>
        </p:grpSpPr>
        <p:sp>
          <p:nvSpPr>
            <p:cNvPr id="128" name="Freeform 6">
              <a:extLst>
                <a:ext uri="{FF2B5EF4-FFF2-40B4-BE49-F238E27FC236}">
                  <a16:creationId xmlns:a16="http://schemas.microsoft.com/office/drawing/2014/main" id="{0BBC35F4-7546-6CE4-9B7F-C32F6FDC45FA}"/>
                </a:ext>
              </a:extLst>
            </p:cNvPr>
            <p:cNvSpPr/>
            <p:nvPr/>
          </p:nvSpPr>
          <p:spPr>
            <a:xfrm>
              <a:off x="0" y="0"/>
              <a:ext cx="289864" cy="2744203"/>
            </a:xfrm>
            <a:custGeom>
              <a:avLst/>
              <a:gdLst/>
              <a:ahLst/>
              <a:cxnLst/>
              <a:rect l="l" t="t" r="r" b="b"/>
              <a:pathLst>
                <a:path w="289864" h="2744203">
                  <a:moveTo>
                    <a:pt x="0" y="0"/>
                  </a:moveTo>
                  <a:lnTo>
                    <a:pt x="289864" y="0"/>
                  </a:lnTo>
                  <a:lnTo>
                    <a:pt x="289864" y="2744203"/>
                  </a:lnTo>
                  <a:lnTo>
                    <a:pt x="0" y="2744203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29" name="TextBox 7">
              <a:extLst>
                <a:ext uri="{FF2B5EF4-FFF2-40B4-BE49-F238E27FC236}">
                  <a16:creationId xmlns:a16="http://schemas.microsoft.com/office/drawing/2014/main" id="{D14E2733-E4B9-6545-B9C5-EDA99BD11F70}"/>
                </a:ext>
              </a:extLst>
            </p:cNvPr>
            <p:cNvSpPr txBox="1"/>
            <p:nvPr/>
          </p:nvSpPr>
          <p:spPr>
            <a:xfrm>
              <a:off x="0" y="-28575"/>
              <a:ext cx="289864" cy="2772778"/>
            </a:xfrm>
            <a:prstGeom prst="rect">
              <a:avLst/>
            </a:prstGeom>
            <a:solidFill>
              <a:srgbClr val="FFBD00"/>
            </a:solidFill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 dirty="0">
                <a:latin typeface="TT Firs Neue" panose="020B0003030000020004" pitchFamily="34" charset="0"/>
              </a:endParaRPr>
            </a:p>
          </p:txBody>
        </p:sp>
      </p:grpSp>
      <p:grpSp>
        <p:nvGrpSpPr>
          <p:cNvPr id="130" name="Group 10">
            <a:extLst>
              <a:ext uri="{FF2B5EF4-FFF2-40B4-BE49-F238E27FC236}">
                <a16:creationId xmlns:a16="http://schemas.microsoft.com/office/drawing/2014/main" id="{0580BBAB-AC41-F524-9468-3366B06A68A4}"/>
              </a:ext>
            </a:extLst>
          </p:cNvPr>
          <p:cNvGrpSpPr/>
          <p:nvPr/>
        </p:nvGrpSpPr>
        <p:grpSpPr>
          <a:xfrm rot="921434">
            <a:off x="16040650" y="-1445924"/>
            <a:ext cx="3765319" cy="6765149"/>
            <a:chOff x="0" y="0"/>
            <a:chExt cx="1032754" cy="3478539"/>
          </a:xfrm>
          <a:solidFill>
            <a:srgbClr val="B4B4B4"/>
          </a:solidFill>
        </p:grpSpPr>
        <p:sp>
          <p:nvSpPr>
            <p:cNvPr id="131" name="Freeform 11">
              <a:extLst>
                <a:ext uri="{FF2B5EF4-FFF2-40B4-BE49-F238E27FC236}">
                  <a16:creationId xmlns:a16="http://schemas.microsoft.com/office/drawing/2014/main" id="{91529440-C235-ED1B-D9E0-FDCC1C0B382F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2" name="TextBox 12">
              <a:extLst>
                <a:ext uri="{FF2B5EF4-FFF2-40B4-BE49-F238E27FC236}">
                  <a16:creationId xmlns:a16="http://schemas.microsoft.com/office/drawing/2014/main" id="{F7616C98-C1EA-0DF6-F8B3-D95F950453E6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grpSp>
        <p:nvGrpSpPr>
          <p:cNvPr id="133" name="Group 13">
            <a:extLst>
              <a:ext uri="{FF2B5EF4-FFF2-40B4-BE49-F238E27FC236}">
                <a16:creationId xmlns:a16="http://schemas.microsoft.com/office/drawing/2014/main" id="{9323B6EE-53A4-E6C8-C341-25EEBB912F19}"/>
              </a:ext>
            </a:extLst>
          </p:cNvPr>
          <p:cNvGrpSpPr/>
          <p:nvPr/>
        </p:nvGrpSpPr>
        <p:grpSpPr>
          <a:xfrm rot="917294">
            <a:off x="15871650" y="-808253"/>
            <a:ext cx="3765319" cy="12682417"/>
            <a:chOff x="0" y="0"/>
            <a:chExt cx="1032754" cy="3478539"/>
          </a:xfrm>
          <a:solidFill>
            <a:srgbClr val="FF6805"/>
          </a:solidFill>
        </p:grpSpPr>
        <p:sp>
          <p:nvSpPr>
            <p:cNvPr id="134" name="Freeform 14">
              <a:extLst>
                <a:ext uri="{FF2B5EF4-FFF2-40B4-BE49-F238E27FC236}">
                  <a16:creationId xmlns:a16="http://schemas.microsoft.com/office/drawing/2014/main" id="{83DD826F-1A04-8589-D703-46C040F077EB}"/>
                </a:ext>
              </a:extLst>
            </p:cNvPr>
            <p:cNvSpPr/>
            <p:nvPr/>
          </p:nvSpPr>
          <p:spPr>
            <a:xfrm>
              <a:off x="0" y="0"/>
              <a:ext cx="1032754" cy="3478540"/>
            </a:xfrm>
            <a:custGeom>
              <a:avLst/>
              <a:gdLst/>
              <a:ahLst/>
              <a:cxnLst/>
              <a:rect l="l" t="t" r="r" b="b"/>
              <a:pathLst>
                <a:path w="1032754" h="3478540">
                  <a:moveTo>
                    <a:pt x="0" y="0"/>
                  </a:moveTo>
                  <a:lnTo>
                    <a:pt x="1032754" y="0"/>
                  </a:lnTo>
                  <a:lnTo>
                    <a:pt x="1032754" y="3478540"/>
                  </a:lnTo>
                  <a:lnTo>
                    <a:pt x="0" y="347854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>
                <a:latin typeface="TT Firs Neue" panose="020B0003030000020004" pitchFamily="34" charset="0"/>
              </a:endParaRPr>
            </a:p>
          </p:txBody>
        </p:sp>
        <p:sp>
          <p:nvSpPr>
            <p:cNvPr id="135" name="TextBox 15">
              <a:extLst>
                <a:ext uri="{FF2B5EF4-FFF2-40B4-BE49-F238E27FC236}">
                  <a16:creationId xmlns:a16="http://schemas.microsoft.com/office/drawing/2014/main" id="{B171DEE7-9030-66D6-9D6E-1058A101100D}"/>
                </a:ext>
              </a:extLst>
            </p:cNvPr>
            <p:cNvSpPr txBox="1"/>
            <p:nvPr/>
          </p:nvSpPr>
          <p:spPr>
            <a:xfrm>
              <a:off x="0" y="-28575"/>
              <a:ext cx="1032754" cy="3507114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>
                <a:latin typeface="TT Firs Neue" panose="020B0003030000020004" pitchFamily="34" charset="0"/>
              </a:endParaRPr>
            </a:p>
          </p:txBody>
        </p:sp>
      </p:grpSp>
      <p:sp>
        <p:nvSpPr>
          <p:cNvPr id="137" name="Freeform 9">
            <a:extLst>
              <a:ext uri="{FF2B5EF4-FFF2-40B4-BE49-F238E27FC236}">
                <a16:creationId xmlns:a16="http://schemas.microsoft.com/office/drawing/2014/main" id="{EAD56A01-EEDD-BE04-4FE0-ADF2E16C5A46}"/>
              </a:ext>
            </a:extLst>
          </p:cNvPr>
          <p:cNvSpPr/>
          <p:nvPr/>
        </p:nvSpPr>
        <p:spPr>
          <a:xfrm>
            <a:off x="8001000" y="2521257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 dpi="0" rotWithShape="0">
            <a:blip r:embed="rId4"/>
            <a:srcRect/>
            <a:stretch>
              <a:fillRect l="-23034" t="779" r="-127715" b="-13601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39" name="Freeform 17">
            <a:extLst>
              <a:ext uri="{FF2B5EF4-FFF2-40B4-BE49-F238E27FC236}">
                <a16:creationId xmlns:a16="http://schemas.microsoft.com/office/drawing/2014/main" id="{E4D4BF2A-3446-B4C3-5B01-8EC8A18AD46B}"/>
              </a:ext>
            </a:extLst>
          </p:cNvPr>
          <p:cNvSpPr/>
          <p:nvPr/>
        </p:nvSpPr>
        <p:spPr>
          <a:xfrm>
            <a:off x="13730459" y="2575844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156720" r="5972" b="-1338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1" name="Freeform 19">
            <a:extLst>
              <a:ext uri="{FF2B5EF4-FFF2-40B4-BE49-F238E27FC236}">
                <a16:creationId xmlns:a16="http://schemas.microsoft.com/office/drawing/2014/main" id="{8016A76A-D54E-7F55-C2BE-A0F078D208D9}"/>
              </a:ext>
            </a:extLst>
          </p:cNvPr>
          <p:cNvSpPr/>
          <p:nvPr/>
        </p:nvSpPr>
        <p:spPr>
          <a:xfrm>
            <a:off x="10638240" y="3419390"/>
            <a:ext cx="4176541" cy="6203643"/>
          </a:xfrm>
          <a:custGeom>
            <a:avLst/>
            <a:gdLst/>
            <a:ahLst/>
            <a:cxnLst/>
            <a:rect l="l" t="t" r="r" b="b"/>
            <a:pathLst>
              <a:path w="4275074" h="6350000">
                <a:moveTo>
                  <a:pt x="4275074" y="0"/>
                </a:moveTo>
                <a:lnTo>
                  <a:pt x="2736723" y="6350000"/>
                </a:lnTo>
                <a:lnTo>
                  <a:pt x="0" y="6350000"/>
                </a:lnTo>
                <a:lnTo>
                  <a:pt x="1520444" y="0"/>
                </a:lnTo>
                <a:lnTo>
                  <a:pt x="4275074" y="0"/>
                </a:lnTo>
                <a:close/>
              </a:path>
            </a:pathLst>
          </a:custGeom>
          <a:blipFill>
            <a:blip r:embed="rId4"/>
            <a:stretch>
              <a:fillRect l="-85391" t="-13598" r="-65658" b="992"/>
            </a:stretch>
          </a:blip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  <p:sp>
        <p:nvSpPr>
          <p:cNvPr id="142" name="Freeform 22">
            <a:extLst>
              <a:ext uri="{FF2B5EF4-FFF2-40B4-BE49-F238E27FC236}">
                <a16:creationId xmlns:a16="http://schemas.microsoft.com/office/drawing/2014/main" id="{9635F4C5-C364-E913-9AB0-F06A454519D8}"/>
              </a:ext>
            </a:extLst>
          </p:cNvPr>
          <p:cNvSpPr/>
          <p:nvPr/>
        </p:nvSpPr>
        <p:spPr>
          <a:xfrm rot="900000">
            <a:off x="17244318" y="3163983"/>
            <a:ext cx="3413323" cy="7105126"/>
          </a:xfrm>
          <a:custGeom>
            <a:avLst/>
            <a:gdLst/>
            <a:ahLst/>
            <a:cxnLst/>
            <a:rect l="l" t="t" r="r" b="b"/>
            <a:pathLst>
              <a:path w="14426652" h="7105126">
                <a:moveTo>
                  <a:pt x="0" y="0"/>
                </a:moveTo>
                <a:lnTo>
                  <a:pt x="14426651" y="0"/>
                </a:lnTo>
                <a:lnTo>
                  <a:pt x="14426651" y="7105126"/>
                </a:lnTo>
                <a:lnTo>
                  <a:pt x="0" y="7105126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AD35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txBody>
          <a:bodyPr/>
          <a:lstStyle/>
          <a:p>
            <a:endParaRPr lang="en-US" dirty="0">
              <a:latin typeface="TT Firs Neue" panose="020B000303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4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A883E3-AC3C-CCC8-7DEA-53FC6F8078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593819"/>
              </p:ext>
            </p:extLst>
          </p:nvPr>
        </p:nvGraphicFramePr>
        <p:xfrm>
          <a:off x="179614" y="2933700"/>
          <a:ext cx="101944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066803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9E232AC-27D2-EE7D-5DBB-69DBFE110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301551"/>
              </p:ext>
            </p:extLst>
          </p:nvPr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34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9361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18E7A3-0F12-59D9-B558-5EE33C3376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115814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loc_A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9567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40D89-6779-980A-1434-C9AEC6F01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530839C-B63D-4910-8D7B-993E034286A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196518-F3B0-8D65-945B-9231CC464D16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BCP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269423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9FC86-A05F-30E0-73F3-E6D47D86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31D87D79-97FA-1A1D-21A1-C0D80DC7E363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FD57AE2D-2E00-1C72-C21D-3B3F6C93FBE3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EC1FA-2891-227C-F07E-E0D42EA71A3C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F24F98-A16E-9C1E-3989-D32D677CC0D3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D6B9EF-F3E6-79D7-4B62-0F5240600DE3}"/>
              </a:ext>
            </a:extLst>
          </p:cNvPr>
          <p:cNvGraphicFramePr>
            <a:graphicFrameLocks noGrp="1"/>
          </p:cNvGraphicFramePr>
          <p:nvPr/>
        </p:nvGraphicFramePr>
        <p:xfrm>
          <a:off x="179614" y="2933700"/>
          <a:ext cx="101944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066803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28E4A2-DD10-EBD2-239E-3BAC221F79A5}"/>
              </a:ext>
            </a:extLst>
          </p:cNvPr>
          <p:cNvGraphicFramePr>
            <a:graphicFrameLocks noGrp="1"/>
          </p:cNvGraphicFramePr>
          <p:nvPr/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1383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B7C9A-1E9D-3B0B-421C-5AC8A4D13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4AEF2AC2-A63D-3FF7-A4A5-ABB539E034C4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8DAB7870-28E9-FF9A-2E30-69391651D0A9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ABB99-AE7F-58E3-87CF-33C5F178753A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D32D9A8-8269-BCB0-EB87-71535D9CFF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525338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loc_A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7311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82DD6-7BA2-B932-F22E-DA4EDACC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7C7E35E4-423A-E559-B409-61CCA1EFFE5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8827687D-4D5A-5F3F-8182-E38DE9A840D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KCP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B916C8-074A-04DB-F432-4306A6B03DC6}"/>
              </a:ext>
            </a:extLst>
          </p:cNvPr>
          <p:cNvSpPr txBox="1"/>
          <p:nvPr/>
        </p:nvSpPr>
        <p:spPr>
          <a:xfrm>
            <a:off x="256762" y="1803908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BA0F6F-BD46-4429-F494-9B3CECD72F5E}"/>
              </a:ext>
            </a:extLst>
          </p:cNvPr>
          <p:cNvSpPr txBox="1"/>
          <p:nvPr/>
        </p:nvSpPr>
        <p:spPr>
          <a:xfrm>
            <a:off x="10439400" y="1776408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1583834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EF86-4C09-0D79-B181-4D089A6D9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006057E7-2ABB-C703-DE07-7C1C24F285BE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5E2B32C-45F1-5B62-C901-2C7F00633E3C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CAF99B-ADDC-FD6E-48CC-5EF2DC172CB4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EA74A3-EDB9-91ED-EA98-2DCA7E63EB6C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CB0979-9C5B-EE19-DC26-BD917B15426A}"/>
              </a:ext>
            </a:extLst>
          </p:cNvPr>
          <p:cNvGraphicFramePr>
            <a:graphicFrameLocks noGrp="1"/>
          </p:cNvGraphicFramePr>
          <p:nvPr/>
        </p:nvGraphicFramePr>
        <p:xfrm>
          <a:off x="179614" y="2933700"/>
          <a:ext cx="101944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066803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FB5B5A9-4E10-D8F1-62FB-F54333B5D9BF}"/>
              </a:ext>
            </a:extLst>
          </p:cNvPr>
          <p:cNvGraphicFramePr>
            <a:graphicFrameLocks noGrp="1"/>
          </p:cNvGraphicFramePr>
          <p:nvPr/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3682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0FBE-6592-D7E0-6ADB-629D46CCE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9B4C1959-BD42-032A-CE48-DCAC86CC29C6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DC9E60B8-B670-A222-493F-F5F749D90AE0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51BFD4-5396-6518-45C0-0ADFFEA068E9}"/>
              </a:ext>
            </a:extLst>
          </p:cNvPr>
          <p:cNvSpPr txBox="1"/>
          <p:nvPr/>
        </p:nvSpPr>
        <p:spPr>
          <a:xfrm>
            <a:off x="1066800" y="1714853"/>
            <a:ext cx="1063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Candidate Fit To Work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1575277-0A91-7C42-2C41-90AE1860BC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525338"/>
              </p:ext>
            </p:extLst>
          </p:nvPr>
        </p:nvGraphicFramePr>
        <p:xfrm>
          <a:off x="685799" y="2476169"/>
          <a:ext cx="15539959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1">
                  <a:extLst>
                    <a:ext uri="{9D8B030D-6E8A-4147-A177-3AD203B41FA5}">
                      <a16:colId xmlns:a16="http://schemas.microsoft.com/office/drawing/2014/main" val="4276515888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9630364"/>
                    </a:ext>
                  </a:extLst>
                </a:gridCol>
                <a:gridCol w="4594242">
                  <a:extLst>
                    <a:ext uri="{9D8B030D-6E8A-4147-A177-3AD203B41FA5}">
                      <a16:colId xmlns:a16="http://schemas.microsoft.com/office/drawing/2014/main" val="1389350416"/>
                    </a:ext>
                  </a:extLst>
                </a:gridCol>
                <a:gridCol w="1974645">
                  <a:extLst>
                    <a:ext uri="{9D8B030D-6E8A-4147-A177-3AD203B41FA5}">
                      <a16:colId xmlns:a16="http://schemas.microsoft.com/office/drawing/2014/main" val="3011479742"/>
                    </a:ext>
                  </a:extLst>
                </a:gridCol>
                <a:gridCol w="1858489">
                  <a:extLst>
                    <a:ext uri="{9D8B030D-6E8A-4147-A177-3AD203B41FA5}">
                      <a16:colId xmlns:a16="http://schemas.microsoft.com/office/drawing/2014/main" val="4016678873"/>
                    </a:ext>
                  </a:extLst>
                </a:gridCol>
                <a:gridCol w="1626182">
                  <a:extLst>
                    <a:ext uri="{9D8B030D-6E8A-4147-A177-3AD203B41FA5}">
                      <a16:colId xmlns:a16="http://schemas.microsoft.com/office/drawing/2014/main" val="59323398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Candidate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Loc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Position Name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Result 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Date of Onboarding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5266522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loc_A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604082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568094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15223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605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01136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447281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80585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23907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9371220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339706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{{loc_A}}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20661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loc_A</a:t>
                      </a: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Pos_A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dep_A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result_A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date_A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4070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845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7DDC-E00C-65BB-E377-3DB95E89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677022E2-F1D4-EFE3-5249-95F758F83420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01A836FB-7C0B-8557-2F95-D6252A32E209}"/>
              </a:ext>
            </a:extLst>
          </p:cNvPr>
          <p:cNvSpPr txBox="1"/>
          <p:nvPr/>
        </p:nvSpPr>
        <p:spPr>
          <a:xfrm>
            <a:off x="2895600" y="245359"/>
            <a:ext cx="13330159" cy="8645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2026 - ACP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762" y="2159971"/>
            <a:ext cx="8322222" cy="46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VS ACTUAL 02 Mar – 08 Mar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9400" y="2132471"/>
            <a:ext cx="6955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7501"/>
                </a:solidFill>
              </a:rPr>
              <a:t>PLAN 09 Mar – 15 Mar 2026</a:t>
            </a:r>
          </a:p>
        </p:txBody>
      </p:sp>
    </p:spTree>
    <p:extLst>
      <p:ext uri="{BB962C8B-B14F-4D97-AF65-F5344CB8AC3E}">
        <p14:creationId xmlns:p14="http://schemas.microsoft.com/office/powerpoint/2010/main" val="2443000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05021-C197-DF2B-010F-52B99D347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>
            <a:extLst>
              <a:ext uri="{FF2B5EF4-FFF2-40B4-BE49-F238E27FC236}">
                <a16:creationId xmlns:a16="http://schemas.microsoft.com/office/drawing/2014/main" id="{10B0746E-1C5F-C997-FA89-FD062F08CE4C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-152400" y="-223570"/>
            <a:ext cx="3048000" cy="1761882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105C7C17-9B17-C38F-33CF-A28E47A2CA72}"/>
              </a:ext>
            </a:extLst>
          </p:cNvPr>
          <p:cNvSpPr txBox="1"/>
          <p:nvPr/>
        </p:nvSpPr>
        <p:spPr>
          <a:xfrm>
            <a:off x="2895600" y="245359"/>
            <a:ext cx="13330159" cy="834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7335"/>
              </a:lnSpc>
            </a:pPr>
            <a:r>
              <a:rPr lang="en-US" sz="4000" b="1" spc="-72" dirty="0">
                <a:solidFill>
                  <a:srgbClr val="FF7501"/>
                </a:solidFill>
                <a:latin typeface="TT Firs Neue" panose="020B0003030000020004" pitchFamily="34" charset="0"/>
                <a:ea typeface="Cooper Hewitt Bold"/>
                <a:cs typeface="Cooper Hewitt Bold"/>
                <a:sym typeface="Cooper Hewitt Bold"/>
              </a:rPr>
              <a:t>Plan Fulfillment MP 2026 – JKT</a:t>
            </a:r>
            <a:endParaRPr lang="en-US" sz="4000" b="1" spc="-72" dirty="0">
              <a:solidFill>
                <a:srgbClr val="FF7501"/>
              </a:solidFill>
              <a:latin typeface="Trade Gothic Next Heavy" panose="020B0903040303020004" pitchFamily="34" charset="0"/>
              <a:ea typeface="Cooper Hewitt Bold"/>
              <a:cs typeface="Cooper Hewitt Bold"/>
              <a:sym typeface="Cooper Hewit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8E57-A460-B9A9-CC33-73FD336E1EBD}"/>
              </a:ext>
            </a:extLst>
          </p:cNvPr>
          <p:cNvSpPr txBox="1"/>
          <p:nvPr/>
        </p:nvSpPr>
        <p:spPr>
          <a:xfrm>
            <a:off x="152400" y="2044126"/>
            <a:ext cx="647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Manpower Plan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6AE39-5F44-311D-BE90-8266E94881DE}"/>
              </a:ext>
            </a:extLst>
          </p:cNvPr>
          <p:cNvSpPr txBox="1"/>
          <p:nvPr/>
        </p:nvSpPr>
        <p:spPr>
          <a:xfrm>
            <a:off x="11734800" y="2044126"/>
            <a:ext cx="3733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7501"/>
                </a:solidFill>
              </a:rPr>
              <a:t>Fulfillment Progress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9E92FB6-5608-582C-CD58-812E1D8BD29B}"/>
              </a:ext>
            </a:extLst>
          </p:cNvPr>
          <p:cNvGraphicFramePr>
            <a:graphicFrameLocks noGrp="1"/>
          </p:cNvGraphicFramePr>
          <p:nvPr/>
        </p:nvGraphicFramePr>
        <p:xfrm>
          <a:off x="179614" y="2933700"/>
          <a:ext cx="101944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4671">
                  <a:extLst>
                    <a:ext uri="{9D8B030D-6E8A-4147-A177-3AD203B41FA5}">
                      <a16:colId xmlns:a16="http://schemas.microsoft.com/office/drawing/2014/main" val="7391056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066803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Departement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MPP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Actual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ADP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EXT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02368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{{MPP_A}}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{{ACT_A}}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{{DEV_A}}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{{ADP_A}}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{{EXT_A}}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661976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6A6C1D-F043-5C01-07FB-ABF01FEF469B}"/>
              </a:ext>
            </a:extLst>
          </p:cNvPr>
          <p:cNvGraphicFramePr>
            <a:graphicFrameLocks noGrp="1"/>
          </p:cNvGraphicFramePr>
          <p:nvPr/>
        </p:nvGraphicFramePr>
        <p:xfrm>
          <a:off x="11065326" y="2933700"/>
          <a:ext cx="6308274" cy="644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35035618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22338166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6364740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822958118"/>
                    </a:ext>
                  </a:extLst>
                </a:gridCol>
                <a:gridCol w="1355274">
                  <a:extLst>
                    <a:ext uri="{9D8B030D-6E8A-4147-A177-3AD203B41FA5}">
                      <a16:colId xmlns:a16="http://schemas.microsoft.com/office/drawing/2014/main" val="287438173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Interview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TT Firs Neue" panose="020B0003030000020004"/>
                        </a:rPr>
                        <a:t>Psychotest</a:t>
                      </a:r>
                      <a:endParaRPr lang="en-US" sz="1600" dirty="0">
                        <a:latin typeface="TT Firs Neue" panose="020B0003030000020004"/>
                      </a:endParaRP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Offering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MCU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TT Firs Neue" panose="020B0003030000020004"/>
                        </a:rPr>
                        <a:t>Est Dev</a:t>
                      </a:r>
                    </a:p>
                  </a:txBody>
                  <a:tcPr anchor="ctr">
                    <a:solidFill>
                      <a:srgbClr val="FF68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92918"/>
                  </a:ext>
                </a:extLst>
              </a:tr>
              <a:tr h="468087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241333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377536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321326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629303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1090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01949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2080408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215315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68881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0483314"/>
                  </a:ext>
                </a:extLst>
              </a:tr>
              <a:tr h="489856"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int_A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psy_A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ofe_A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mcu_A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{{</a:t>
                      </a:r>
                      <a:r>
                        <a:rPr lang="en-US" dirty="0" err="1"/>
                        <a:t>devf_A</a:t>
                      </a:r>
                      <a:r>
                        <a:rPr lang="en-US" dirty="0"/>
                        <a:t>}}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60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55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6A921-E997-8204-AFBC-080C3314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A water in a quarry&#10;&#10;Description automatically generated with medium confidence">
            <a:extLst>
              <a:ext uri="{FF2B5EF4-FFF2-40B4-BE49-F238E27FC236}">
                <a16:creationId xmlns:a16="http://schemas.microsoft.com/office/drawing/2014/main" id="{C75025E4-2770-A987-50D6-E77A8A60ACC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alphaModFix amt="95000"/>
          </a:blip>
          <a:srcRect l="33333"/>
          <a:stretch>
            <a:fillRect/>
          </a:stretch>
        </p:blipFill>
        <p:spPr>
          <a:xfrm>
            <a:off x="0" y="0"/>
            <a:ext cx="9144000" cy="10287000"/>
          </a:xfrm>
          <a:prstGeom prst="rect">
            <a:avLst/>
          </a:prstGeom>
        </p:spPr>
      </p:pic>
      <p:sp>
        <p:nvSpPr>
          <p:cNvPr id="20" name="TextBox 20">
            <a:extLst>
              <a:ext uri="{FF2B5EF4-FFF2-40B4-BE49-F238E27FC236}">
                <a16:creationId xmlns:a16="http://schemas.microsoft.com/office/drawing/2014/main" id="{D716CF7E-189B-8437-690E-B7CBEDAE50BC}"/>
              </a:ext>
            </a:extLst>
          </p:cNvPr>
          <p:cNvSpPr txBox="1"/>
          <p:nvPr/>
        </p:nvSpPr>
        <p:spPr>
          <a:xfrm>
            <a:off x="11421099" y="4533900"/>
            <a:ext cx="6212836" cy="968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520"/>
              </a:lnSpc>
            </a:pPr>
            <a:r>
              <a:rPr lang="en-US" sz="6960" b="1" spc="-139" dirty="0">
                <a:solidFill>
                  <a:srgbClr val="FF5000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Thank you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64325329-AE92-3208-886A-B925FED3C2B9}"/>
              </a:ext>
            </a:extLst>
          </p:cNvPr>
          <p:cNvSpPr txBox="1"/>
          <p:nvPr/>
        </p:nvSpPr>
        <p:spPr>
          <a:xfrm>
            <a:off x="11715031" y="5829300"/>
            <a:ext cx="5918904" cy="1923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995"/>
              </a:lnSpc>
            </a:pPr>
            <a:r>
              <a:rPr lang="en-US" sz="2140" b="1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PT Darma Henwa </a:t>
            </a:r>
            <a:r>
              <a:rPr lang="en-US" sz="2140" b="1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Tbk</a:t>
            </a:r>
            <a:endParaRPr lang="en-US" sz="2140" b="1" spc="-42" dirty="0">
              <a:solidFill>
                <a:srgbClr val="000000"/>
              </a:solidFill>
              <a:latin typeface="TT Firs Neue" panose="020B0003030000020004" pitchFamily="34" charset="0"/>
              <a:ea typeface="Clear Sans"/>
              <a:cs typeface="Clear Sans"/>
              <a:sym typeface="Clear Sans"/>
            </a:endParaRP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Prosperity Tower 39th Floor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SCBD, District 8, Lot. 28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Jl.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Jend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Sudirman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 </a:t>
            </a:r>
            <a:r>
              <a:rPr lang="en-US" sz="2140" spc="-42" dirty="0" err="1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Kav</a:t>
            </a: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. 52-53</a:t>
            </a:r>
          </a:p>
          <a:p>
            <a:pPr lvl="0" algn="r">
              <a:lnSpc>
                <a:spcPts val="2995"/>
              </a:lnSpc>
            </a:pPr>
            <a:r>
              <a:rPr lang="en-US" sz="2140" spc="-42" dirty="0">
                <a:solidFill>
                  <a:srgbClr val="000000"/>
                </a:solidFill>
                <a:latin typeface="TT Firs Neue" panose="020B0003030000020004" pitchFamily="34" charset="0"/>
                <a:ea typeface="Clear Sans"/>
                <a:cs typeface="Clear Sans"/>
                <a:sym typeface="Clear Sans"/>
              </a:rPr>
              <a:t>South Jakarta 12190 Indonesia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A5DB837-C240-76B8-15ED-74BA24B33444}"/>
              </a:ext>
            </a:extLst>
          </p:cNvPr>
          <p:cNvSpPr txBox="1"/>
          <p:nvPr/>
        </p:nvSpPr>
        <p:spPr>
          <a:xfrm>
            <a:off x="11033603" y="9733865"/>
            <a:ext cx="6987828" cy="3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760"/>
              </a:lnSpc>
            </a:pPr>
            <a:r>
              <a:rPr lang="en-US" sz="2680" b="1" spc="508" dirty="0">
                <a:solidFill>
                  <a:srgbClr val="211C1C"/>
                </a:solidFill>
                <a:latin typeface="TT Firs Neue" panose="020B0003030000020004" pitchFamily="34" charset="0"/>
                <a:ea typeface="Clear Sans Bold"/>
                <a:cs typeface="Clear Sans Bold"/>
                <a:sym typeface="Clear Sans Bold"/>
              </a:rPr>
              <a:t>www.ptdh.co.id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7FF88F-2704-3545-BF76-27278D3CAE56}"/>
              </a:ext>
            </a:extLst>
          </p:cNvPr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6840200" y="-1486"/>
            <a:ext cx="1447800" cy="138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F3F3F"/>
      </a:accent1>
      <a:accent2>
        <a:srgbClr val="538135"/>
      </a:accent2>
      <a:accent3>
        <a:srgbClr val="7F7F7F"/>
      </a:accent3>
      <a:accent4>
        <a:srgbClr val="C5E0B3"/>
      </a:accent4>
      <a:accent5>
        <a:srgbClr val="FFD965"/>
      </a:accent5>
      <a:accent6>
        <a:srgbClr val="FFF2CC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22080</TotalTime>
  <Words>3944</Words>
  <Application>Microsoft Office PowerPoint</Application>
  <PresentationFormat>Custom</PresentationFormat>
  <Paragraphs>863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Arial</vt:lpstr>
      <vt:lpstr>Calibri</vt:lpstr>
      <vt:lpstr>Trade Gothic Next Heavy</vt:lpstr>
      <vt:lpstr>Trebuchet MS</vt:lpstr>
      <vt:lpstr>TT Firs Neue</vt:lpstr>
      <vt:lpstr>TT Firs Neue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Option 3</dc:title>
  <dc:creator>Mukson Arif Rosyidi</dc:creator>
  <cp:lastModifiedBy>Navi Antar</cp:lastModifiedBy>
  <cp:revision>397</cp:revision>
  <cp:lastPrinted>2024-12-02T10:05:00Z</cp:lastPrinted>
  <dcterms:created xsi:type="dcterms:W3CDTF">2006-08-16T00:00:00Z</dcterms:created>
  <dcterms:modified xsi:type="dcterms:W3CDTF">2026-05-09T13:26:24Z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C31B7B8C57E44421990808513139C679_12</vt:lpwstr>
  </property>
  <property fmtid="{D5CDD505-2E9C-101B-9397-08002B2CF9AE}" pid="3" name="KSOProductBuildVer">
    <vt:lpwstr>1033-12.2.0.22549</vt:lpwstr>
  </property>
</Properties>
</file>