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4"/>
  </p:sldMasterIdLst>
  <p:notesMasterIdLst>
    <p:notesMasterId r:id="rId17"/>
  </p:notesMasterIdLst>
  <p:handoutMasterIdLst>
    <p:handoutMasterId r:id="rId18"/>
  </p:handoutMasterIdLst>
  <p:sldIdLst>
    <p:sldId id="4124" r:id="rId5"/>
    <p:sldId id="4154" r:id="rId6"/>
    <p:sldId id="4151" r:id="rId7"/>
    <p:sldId id="4145" r:id="rId8"/>
    <p:sldId id="4164" r:id="rId9"/>
    <p:sldId id="4165" r:id="rId10"/>
    <p:sldId id="4162" r:id="rId11"/>
    <p:sldId id="4166" r:id="rId12"/>
    <p:sldId id="4167" r:id="rId13"/>
    <p:sldId id="4146" r:id="rId14"/>
    <p:sldId id="4168" r:id="rId15"/>
    <p:sldId id="4093" r:id="rId16"/>
  </p:sldIdLst>
  <p:sldSz cx="18288000" cy="10287000"/>
  <p:notesSz cx="6807200" cy="9939338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Default Section" id="{B3ACB179-2AEB-4BAC-8269-98D684FD2A74}">
          <p14:sldIdLst>
            <p14:sldId id="4124"/>
            <p14:sldId id="4154"/>
            <p14:sldId id="4151"/>
            <p14:sldId id="4145"/>
            <p14:sldId id="4164"/>
            <p14:sldId id="4165"/>
            <p14:sldId id="4162"/>
            <p14:sldId id="4166"/>
            <p14:sldId id="4167"/>
            <p14:sldId id="4146"/>
            <p14:sldId id="4168"/>
            <p14:sldId id="4093"/>
          </p14:sldIdLst>
        </p14:section>
      </p14:sectionLst>
    </p:ext>
    <p:ext uri="{EFAFB233-063F-42B5-8137-9DF3F51BA10A}">
      <p15:sldGuideLst xmlns:p15="http://schemas.microsoft.com/office/powerpoint/2012/main">
        <p15:guide id="1" orient="horz" pos="2136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1B8C1415-AC84-79A9-CC53-6F15C1DD8F34}" name="Bachry Bachry" initials="BB" userId="4d1d40a8987a3ab0" providerId="Windows Live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F6805"/>
    <a:srgbClr val="FF8F00"/>
    <a:srgbClr val="FF7501"/>
    <a:srgbClr val="D4DEE2"/>
    <a:srgbClr val="EFEFEF"/>
    <a:srgbClr val="FFB209"/>
    <a:srgbClr val="FF6C26"/>
    <a:srgbClr val="B4B4B4"/>
    <a:srgbClr val="FFBD00"/>
    <a:srgbClr val="FFDC1E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6688" autoAdjust="0"/>
    <p:restoredTop sz="91738" autoAdjust="0"/>
  </p:normalViewPr>
  <p:slideViewPr>
    <p:cSldViewPr showGuides="1">
      <p:cViewPr varScale="1">
        <p:scale>
          <a:sx n="43" d="100"/>
          <a:sy n="43" d="100"/>
        </p:scale>
        <p:origin x="1296" y="78"/>
      </p:cViewPr>
      <p:guideLst>
        <p:guide orient="horz" pos="2136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slide" Target="slides/slide9.xml"/><Relationship Id="rId18" Type="http://schemas.openxmlformats.org/officeDocument/2006/relationships/handoutMaster" Target="handoutMasters/handoutMaster1.xml"/><Relationship Id="rId3" Type="http://schemas.openxmlformats.org/officeDocument/2006/relationships/customXml" Target="../customXml/item3.xml"/><Relationship Id="rId21" Type="http://schemas.openxmlformats.org/officeDocument/2006/relationships/theme" Target="theme/theme1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notesMaster" Target="notesMasters/notesMaster1.xml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0" Type="http://schemas.openxmlformats.org/officeDocument/2006/relationships/viewProps" Target="viewProps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23" Type="http://schemas.microsoft.com/office/2018/10/relationships/authors" Target="authors.xml"/><Relationship Id="rId10" Type="http://schemas.openxmlformats.org/officeDocument/2006/relationships/slide" Target="slides/slide6.xml"/><Relationship Id="rId19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openxmlformats.org/officeDocument/2006/relationships/tableStyles" Target="tableStyles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49787" cy="498693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quarter" idx="1"/>
          </p:nvPr>
        </p:nvSpPr>
        <p:spPr>
          <a:xfrm>
            <a:off x="3855838" y="0"/>
            <a:ext cx="2949787" cy="498693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631F96D8-2788-4591-9E93-D3E68EF8361F}" type="datetimeFigureOut">
              <a:rPr lang="en-GB" smtClean="0"/>
              <a:t>11/05/2026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2"/>
          </p:nvPr>
        </p:nvSpPr>
        <p:spPr>
          <a:xfrm>
            <a:off x="0" y="9440647"/>
            <a:ext cx="2949787" cy="498692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3"/>
          </p:nvPr>
        </p:nvSpPr>
        <p:spPr>
          <a:xfrm>
            <a:off x="3855838" y="9440647"/>
            <a:ext cx="2949787" cy="498692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171DA3A-BE39-4580-B1E2-5B602861C23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49575" cy="498475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ID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56038" y="0"/>
            <a:ext cx="2949575" cy="498475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D40E947-670A-45E9-B845-9BDA1D7A81F4}" type="datetimeFigureOut">
              <a:rPr lang="en-ID" smtClean="0"/>
              <a:t>11/05/2026</a:t>
            </a:fld>
            <a:endParaRPr lang="en-ID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422275" y="1243013"/>
            <a:ext cx="5962650" cy="33543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ID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1038" y="4783138"/>
            <a:ext cx="5445125" cy="3913187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D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9440863"/>
            <a:ext cx="2949575" cy="49847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ID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56038" y="9440863"/>
            <a:ext cx="2949575" cy="49847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3DD8AC1E-758F-4CB5-A4F8-8D4595E0E10D}" type="slidenum">
              <a:rPr lang="en-ID" smtClean="0"/>
              <a:t>‹#›</a:t>
            </a:fld>
            <a:endParaRPr lang="en-ID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F74EFFA-FBB9-34DE-BE3C-7E23A54B0F5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8E371D1-95D4-982E-BC9A-371F9CD4E65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422275" y="1243013"/>
            <a:ext cx="5962650" cy="3354387"/>
          </a:xfrm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BA0B51E-EC9A-2960-FFED-91C90CE0CD3A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/>
        <p:txBody>
          <a:bodyPr/>
          <a:lstStyle/>
          <a:p>
            <a:pPr lvl="0"/>
            <a:r>
              <a:rPr lang="en-US" dirty="0" err="1"/>
              <a:t>a.What</a:t>
            </a:r>
            <a:r>
              <a:rPr lang="en-US" dirty="0"/>
              <a:t> : </a:t>
            </a:r>
            <a:r>
              <a:rPr lang="en-US" dirty="0" err="1"/>
              <a:t>Jelaskan</a:t>
            </a:r>
            <a:r>
              <a:rPr lang="en-US" dirty="0"/>
              <a:t> </a:t>
            </a:r>
            <a:r>
              <a:rPr lang="en-US" dirty="0" err="1"/>
              <a:t>dalam</a:t>
            </a:r>
            <a:r>
              <a:rPr lang="en-US" dirty="0"/>
              <a:t> </a:t>
            </a:r>
            <a:r>
              <a:rPr lang="en-US" dirty="0" err="1"/>
              <a:t>perspektif</a:t>
            </a:r>
            <a:r>
              <a:rPr lang="en-US" dirty="0"/>
              <a:t> IPO yang </a:t>
            </a:r>
            <a:r>
              <a:rPr lang="en-US" dirty="0" err="1"/>
              <a:t>lebih</a:t>
            </a:r>
            <a:r>
              <a:rPr lang="en-US" dirty="0"/>
              <a:t> professional</a:t>
            </a:r>
            <a:endParaRPr lang="en-ID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50DBED8-DF4A-B2C5-87E9-13A99B30A3CE}"/>
              </a:ext>
            </a:extLst>
          </p:cNvPr>
          <p:cNvSpPr txBox="1"/>
          <p:nvPr/>
        </p:nvSpPr>
        <p:spPr>
          <a:xfrm>
            <a:off x="3856033" y="9440859"/>
            <a:ext cx="2949570" cy="498476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91440" tIns="45720" rIns="91440" bIns="45720" anchor="b" anchorCtr="0" compatLnSpc="1">
            <a:noAutofit/>
          </a:bodyPr>
          <a:lstStyle/>
          <a:p>
            <a:pPr marL="0" marR="0" lvl="0" indent="0" algn="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fld id="{7B2A58E3-10B2-4050-A77F-F0B52CD939B3}" type="slidenum">
              <a:rPr/>
              <a:t>2</a:t>
            </a:fld>
            <a:endParaRPr lang="en-ID" sz="1200" b="0" i="0" u="none" strike="noStrike" kern="1200" cap="none" spc="0" baseline="0">
              <a:solidFill>
                <a:srgbClr val="000000"/>
              </a:solidFill>
              <a:uFillTx/>
              <a:latin typeface="Aptos"/>
            </a:endParaRPr>
          </a:p>
        </p:txBody>
      </p:sp>
    </p:spTree>
    <p:extLst>
      <p:ext uri="{BB962C8B-B14F-4D97-AF65-F5344CB8AC3E}">
        <p14:creationId xmlns:p14="http://schemas.microsoft.com/office/powerpoint/2010/main" val="1231265596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F74EFFA-FBB9-34DE-BE3C-7E23A54B0F5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8E371D1-95D4-982E-BC9A-371F9CD4E65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422275" y="1243013"/>
            <a:ext cx="5962650" cy="3354387"/>
          </a:xfrm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BA0B51E-EC9A-2960-FFED-91C90CE0CD3A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/>
        <p:txBody>
          <a:bodyPr/>
          <a:lstStyle/>
          <a:p>
            <a:pPr lvl="0"/>
            <a:r>
              <a:rPr lang="en-US" dirty="0" err="1"/>
              <a:t>a.What</a:t>
            </a:r>
            <a:r>
              <a:rPr lang="en-US" dirty="0"/>
              <a:t> : </a:t>
            </a:r>
            <a:r>
              <a:rPr lang="en-US" dirty="0" err="1"/>
              <a:t>Jelaskan</a:t>
            </a:r>
            <a:r>
              <a:rPr lang="en-US" dirty="0"/>
              <a:t> </a:t>
            </a:r>
            <a:r>
              <a:rPr lang="en-US" dirty="0" err="1"/>
              <a:t>dalam</a:t>
            </a:r>
            <a:r>
              <a:rPr lang="en-US" dirty="0"/>
              <a:t> </a:t>
            </a:r>
            <a:r>
              <a:rPr lang="en-US" dirty="0" err="1"/>
              <a:t>perspektif</a:t>
            </a:r>
            <a:r>
              <a:rPr lang="en-US" dirty="0"/>
              <a:t> IPO yang </a:t>
            </a:r>
            <a:r>
              <a:rPr lang="en-US" dirty="0" err="1"/>
              <a:t>lebih</a:t>
            </a:r>
            <a:r>
              <a:rPr lang="en-US" dirty="0"/>
              <a:t> professional</a:t>
            </a:r>
            <a:endParaRPr lang="en-ID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50DBED8-DF4A-B2C5-87E9-13A99B30A3CE}"/>
              </a:ext>
            </a:extLst>
          </p:cNvPr>
          <p:cNvSpPr txBox="1"/>
          <p:nvPr/>
        </p:nvSpPr>
        <p:spPr>
          <a:xfrm>
            <a:off x="3856033" y="9440859"/>
            <a:ext cx="2949570" cy="498476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91440" tIns="45720" rIns="91440" bIns="45720" anchor="b" anchorCtr="0" compatLnSpc="1">
            <a:noAutofit/>
          </a:bodyPr>
          <a:lstStyle/>
          <a:p>
            <a:pPr marL="0" marR="0" lvl="0" indent="0" algn="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fld id="{7B2A58E3-10B2-4050-A77F-F0B52CD939B3}" type="slidenum">
              <a:rPr/>
              <a:t>3</a:t>
            </a:fld>
            <a:endParaRPr lang="en-ID" sz="1200" b="0" i="0" u="none" strike="noStrike" kern="1200" cap="none" spc="0" baseline="0">
              <a:solidFill>
                <a:srgbClr val="000000"/>
              </a:solidFill>
              <a:uFillTx/>
              <a:latin typeface="Aptos"/>
            </a:endParaRPr>
          </a:p>
        </p:txBody>
      </p:sp>
    </p:spTree>
    <p:extLst>
      <p:ext uri="{BB962C8B-B14F-4D97-AF65-F5344CB8AC3E}">
        <p14:creationId xmlns:p14="http://schemas.microsoft.com/office/powerpoint/2010/main" val="720495019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F74EFFA-FBB9-34DE-BE3C-7E23A54B0F5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8E371D1-95D4-982E-BC9A-371F9CD4E65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422275" y="1243013"/>
            <a:ext cx="5962650" cy="3354387"/>
          </a:xfrm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BA0B51E-EC9A-2960-FFED-91C90CE0CD3A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/>
        <p:txBody>
          <a:bodyPr/>
          <a:lstStyle/>
          <a:p>
            <a:pPr lvl="0"/>
            <a:r>
              <a:rPr lang="en-US" dirty="0" err="1"/>
              <a:t>a.What</a:t>
            </a:r>
            <a:r>
              <a:rPr lang="en-US" dirty="0"/>
              <a:t> : </a:t>
            </a:r>
            <a:r>
              <a:rPr lang="en-US" dirty="0" err="1"/>
              <a:t>Jelaskan</a:t>
            </a:r>
            <a:r>
              <a:rPr lang="en-US" dirty="0"/>
              <a:t> </a:t>
            </a:r>
            <a:r>
              <a:rPr lang="en-US" dirty="0" err="1"/>
              <a:t>dalam</a:t>
            </a:r>
            <a:r>
              <a:rPr lang="en-US" dirty="0"/>
              <a:t> </a:t>
            </a:r>
            <a:r>
              <a:rPr lang="en-US" dirty="0" err="1"/>
              <a:t>perspektif</a:t>
            </a:r>
            <a:r>
              <a:rPr lang="en-US" dirty="0"/>
              <a:t> IPO yang </a:t>
            </a:r>
            <a:r>
              <a:rPr lang="en-US" dirty="0" err="1"/>
              <a:t>lebih</a:t>
            </a:r>
            <a:r>
              <a:rPr lang="en-US" dirty="0"/>
              <a:t> professional</a:t>
            </a:r>
            <a:endParaRPr lang="en-ID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50DBED8-DF4A-B2C5-87E9-13A99B30A3CE}"/>
              </a:ext>
            </a:extLst>
          </p:cNvPr>
          <p:cNvSpPr txBox="1"/>
          <p:nvPr/>
        </p:nvSpPr>
        <p:spPr>
          <a:xfrm>
            <a:off x="3856033" y="9440859"/>
            <a:ext cx="2949570" cy="498476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91440" tIns="45720" rIns="91440" bIns="45720" anchor="b" anchorCtr="0" compatLnSpc="1">
            <a:noAutofit/>
          </a:bodyPr>
          <a:lstStyle/>
          <a:p>
            <a:pPr marL="0" marR="0" lvl="0" indent="0" algn="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fld id="{7B2A58E3-10B2-4050-A77F-F0B52CD939B3}" type="slidenum">
              <a:rPr/>
              <a:t>4</a:t>
            </a:fld>
            <a:endParaRPr lang="en-ID" sz="1200" b="0" i="0" u="none" strike="noStrike" kern="1200" cap="none" spc="0" baseline="0">
              <a:solidFill>
                <a:srgbClr val="000000"/>
              </a:solidFill>
              <a:uFillTx/>
              <a:latin typeface="Aptos"/>
            </a:endParaRPr>
          </a:p>
        </p:txBody>
      </p:sp>
    </p:spTree>
    <p:extLst>
      <p:ext uri="{BB962C8B-B14F-4D97-AF65-F5344CB8AC3E}">
        <p14:creationId xmlns:p14="http://schemas.microsoft.com/office/powerpoint/2010/main" val="4150494383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7FD641F-1CC4-4DB3-56CA-CC5D23FA572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5745232-19EC-9425-B4B2-5D13454CE0D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422275" y="1243013"/>
            <a:ext cx="5962650" cy="3354387"/>
          </a:xfrm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51C0302-0448-6529-E455-417BB0656345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/>
        <p:txBody>
          <a:bodyPr/>
          <a:lstStyle/>
          <a:p>
            <a:pPr lvl="0"/>
            <a:r>
              <a:rPr lang="en-US" dirty="0" err="1"/>
              <a:t>a.What</a:t>
            </a:r>
            <a:r>
              <a:rPr lang="en-US" dirty="0"/>
              <a:t> : </a:t>
            </a:r>
            <a:r>
              <a:rPr lang="en-US" dirty="0" err="1"/>
              <a:t>Jelaskan</a:t>
            </a:r>
            <a:r>
              <a:rPr lang="en-US" dirty="0"/>
              <a:t> </a:t>
            </a:r>
            <a:r>
              <a:rPr lang="en-US" dirty="0" err="1"/>
              <a:t>dalam</a:t>
            </a:r>
            <a:r>
              <a:rPr lang="en-US" dirty="0"/>
              <a:t> </a:t>
            </a:r>
            <a:r>
              <a:rPr lang="en-US" dirty="0" err="1"/>
              <a:t>perspektif</a:t>
            </a:r>
            <a:r>
              <a:rPr lang="en-US" dirty="0"/>
              <a:t> IPO yang </a:t>
            </a:r>
            <a:r>
              <a:rPr lang="en-US" dirty="0" err="1"/>
              <a:t>lebih</a:t>
            </a:r>
            <a:r>
              <a:rPr lang="en-US" dirty="0"/>
              <a:t> professional</a:t>
            </a:r>
            <a:endParaRPr lang="en-ID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0B769B9-CB0D-7ABC-5FF7-4BB0D941B5A1}"/>
              </a:ext>
            </a:extLst>
          </p:cNvPr>
          <p:cNvSpPr txBox="1"/>
          <p:nvPr/>
        </p:nvSpPr>
        <p:spPr>
          <a:xfrm>
            <a:off x="3856033" y="9440859"/>
            <a:ext cx="2949570" cy="498476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91440" tIns="45720" rIns="91440" bIns="45720" anchor="b" anchorCtr="0" compatLnSpc="1">
            <a:noAutofit/>
          </a:bodyPr>
          <a:lstStyle/>
          <a:p>
            <a:pPr marL="0" marR="0" lvl="0" indent="0" algn="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fld id="{7B2A58E3-10B2-4050-A77F-F0B52CD939B3}" type="slidenum">
              <a:rPr/>
              <a:t>5</a:t>
            </a:fld>
            <a:endParaRPr lang="en-ID" sz="1200" b="0" i="0" u="none" strike="noStrike" kern="1200" cap="none" spc="0" baseline="0">
              <a:solidFill>
                <a:srgbClr val="000000"/>
              </a:solidFill>
              <a:uFillTx/>
              <a:latin typeface="Aptos"/>
            </a:endParaRPr>
          </a:p>
        </p:txBody>
      </p:sp>
    </p:spTree>
    <p:extLst>
      <p:ext uri="{BB962C8B-B14F-4D97-AF65-F5344CB8AC3E}">
        <p14:creationId xmlns:p14="http://schemas.microsoft.com/office/powerpoint/2010/main" val="3977794837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0E807DE-983A-AC90-820D-9EC3C18A69B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6B2A6EF-8CAF-0337-4A15-AFAD8CC6920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422275" y="1243013"/>
            <a:ext cx="5962650" cy="3354387"/>
          </a:xfrm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27AB053-4149-E37F-9BA0-F0053444DBE1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/>
        <p:txBody>
          <a:bodyPr/>
          <a:lstStyle/>
          <a:p>
            <a:pPr lvl="0"/>
            <a:r>
              <a:rPr lang="en-US" dirty="0" err="1"/>
              <a:t>a.What</a:t>
            </a:r>
            <a:r>
              <a:rPr lang="en-US" dirty="0"/>
              <a:t> : </a:t>
            </a:r>
            <a:r>
              <a:rPr lang="en-US" dirty="0" err="1"/>
              <a:t>Jelaskan</a:t>
            </a:r>
            <a:r>
              <a:rPr lang="en-US" dirty="0"/>
              <a:t> </a:t>
            </a:r>
            <a:r>
              <a:rPr lang="en-US" dirty="0" err="1"/>
              <a:t>dalam</a:t>
            </a:r>
            <a:r>
              <a:rPr lang="en-US" dirty="0"/>
              <a:t> </a:t>
            </a:r>
            <a:r>
              <a:rPr lang="en-US" dirty="0" err="1"/>
              <a:t>perspektif</a:t>
            </a:r>
            <a:r>
              <a:rPr lang="en-US" dirty="0"/>
              <a:t> IPO yang </a:t>
            </a:r>
            <a:r>
              <a:rPr lang="en-US" dirty="0" err="1"/>
              <a:t>lebih</a:t>
            </a:r>
            <a:r>
              <a:rPr lang="en-US" dirty="0"/>
              <a:t> professional</a:t>
            </a:r>
            <a:endParaRPr lang="en-ID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32CE3EF-8B31-5212-591E-029C4C9C72DE}"/>
              </a:ext>
            </a:extLst>
          </p:cNvPr>
          <p:cNvSpPr txBox="1"/>
          <p:nvPr/>
        </p:nvSpPr>
        <p:spPr>
          <a:xfrm>
            <a:off x="3856033" y="9440859"/>
            <a:ext cx="2949570" cy="498476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91440" tIns="45720" rIns="91440" bIns="45720" anchor="b" anchorCtr="0" compatLnSpc="1">
            <a:noAutofit/>
          </a:bodyPr>
          <a:lstStyle/>
          <a:p>
            <a:pPr marL="0" marR="0" lvl="0" indent="0" algn="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fld id="{7B2A58E3-10B2-4050-A77F-F0B52CD939B3}" type="slidenum">
              <a:rPr/>
              <a:t>6</a:t>
            </a:fld>
            <a:endParaRPr lang="en-ID" sz="1200" b="0" i="0" u="none" strike="noStrike" kern="1200" cap="none" spc="0" baseline="0">
              <a:solidFill>
                <a:srgbClr val="000000"/>
              </a:solidFill>
              <a:uFillTx/>
              <a:latin typeface="Aptos"/>
            </a:endParaRPr>
          </a:p>
        </p:txBody>
      </p:sp>
    </p:spTree>
    <p:extLst>
      <p:ext uri="{BB962C8B-B14F-4D97-AF65-F5344CB8AC3E}">
        <p14:creationId xmlns:p14="http://schemas.microsoft.com/office/powerpoint/2010/main" val="2446692873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3A5249A-8176-4286-1E1C-E894DA13C23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B479C87-3D87-2B62-FF1B-0B1857C21AB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422275" y="1243013"/>
            <a:ext cx="5962650" cy="3354387"/>
          </a:xfrm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3A24E50-886F-C0C9-8AA7-777A54C19BC5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/>
        <p:txBody>
          <a:bodyPr/>
          <a:lstStyle/>
          <a:p>
            <a:pPr lvl="0"/>
            <a:r>
              <a:rPr lang="en-US" dirty="0" err="1"/>
              <a:t>a.What</a:t>
            </a:r>
            <a:r>
              <a:rPr lang="en-US" dirty="0"/>
              <a:t> : </a:t>
            </a:r>
            <a:r>
              <a:rPr lang="en-US" dirty="0" err="1"/>
              <a:t>Jelaskan</a:t>
            </a:r>
            <a:r>
              <a:rPr lang="en-US" dirty="0"/>
              <a:t> </a:t>
            </a:r>
            <a:r>
              <a:rPr lang="en-US" dirty="0" err="1"/>
              <a:t>dalam</a:t>
            </a:r>
            <a:r>
              <a:rPr lang="en-US" dirty="0"/>
              <a:t> </a:t>
            </a:r>
            <a:r>
              <a:rPr lang="en-US" dirty="0" err="1"/>
              <a:t>perspektif</a:t>
            </a:r>
            <a:r>
              <a:rPr lang="en-US" dirty="0"/>
              <a:t> IPO yang </a:t>
            </a:r>
            <a:r>
              <a:rPr lang="en-US" dirty="0" err="1"/>
              <a:t>lebih</a:t>
            </a:r>
            <a:r>
              <a:rPr lang="en-US" dirty="0"/>
              <a:t> professional</a:t>
            </a:r>
            <a:endParaRPr lang="en-ID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CDE3104-4832-98D5-E72D-7CAB9272AA39}"/>
              </a:ext>
            </a:extLst>
          </p:cNvPr>
          <p:cNvSpPr txBox="1"/>
          <p:nvPr/>
        </p:nvSpPr>
        <p:spPr>
          <a:xfrm>
            <a:off x="3856033" y="9440859"/>
            <a:ext cx="2949570" cy="498476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91440" tIns="45720" rIns="91440" bIns="45720" anchor="b" anchorCtr="0" compatLnSpc="1">
            <a:noAutofit/>
          </a:bodyPr>
          <a:lstStyle/>
          <a:p>
            <a:pPr marL="0" marR="0" lvl="0" indent="0" algn="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fld id="{7B2A58E3-10B2-4050-A77F-F0B52CD939B3}" type="slidenum">
              <a:rPr/>
              <a:t>7</a:t>
            </a:fld>
            <a:endParaRPr lang="en-ID" sz="1200" b="0" i="0" u="none" strike="noStrike" kern="1200" cap="none" spc="0" baseline="0">
              <a:solidFill>
                <a:srgbClr val="000000"/>
              </a:solidFill>
              <a:uFillTx/>
              <a:latin typeface="Aptos"/>
            </a:endParaRPr>
          </a:p>
        </p:txBody>
      </p:sp>
    </p:spTree>
    <p:extLst>
      <p:ext uri="{BB962C8B-B14F-4D97-AF65-F5344CB8AC3E}">
        <p14:creationId xmlns:p14="http://schemas.microsoft.com/office/powerpoint/2010/main" val="3913710412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DC561F8-CBA2-65AD-D749-3971005983A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66702A4-2DA5-8BAD-BDA5-613652B0066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422275" y="1243013"/>
            <a:ext cx="5962650" cy="3354387"/>
          </a:xfrm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06CA9FE-B8D2-4D29-3F37-D39A34C705CC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/>
        <p:txBody>
          <a:bodyPr/>
          <a:lstStyle/>
          <a:p>
            <a:pPr lvl="0"/>
            <a:r>
              <a:rPr lang="en-US" dirty="0" err="1"/>
              <a:t>a.What</a:t>
            </a:r>
            <a:r>
              <a:rPr lang="en-US" dirty="0"/>
              <a:t> : </a:t>
            </a:r>
            <a:r>
              <a:rPr lang="en-US" dirty="0" err="1"/>
              <a:t>Jelaskan</a:t>
            </a:r>
            <a:r>
              <a:rPr lang="en-US" dirty="0"/>
              <a:t> </a:t>
            </a:r>
            <a:r>
              <a:rPr lang="en-US" dirty="0" err="1"/>
              <a:t>dalam</a:t>
            </a:r>
            <a:r>
              <a:rPr lang="en-US" dirty="0"/>
              <a:t> </a:t>
            </a:r>
            <a:r>
              <a:rPr lang="en-US" dirty="0" err="1"/>
              <a:t>perspektif</a:t>
            </a:r>
            <a:r>
              <a:rPr lang="en-US" dirty="0"/>
              <a:t> IPO yang </a:t>
            </a:r>
            <a:r>
              <a:rPr lang="en-US" dirty="0" err="1"/>
              <a:t>lebih</a:t>
            </a:r>
            <a:r>
              <a:rPr lang="en-US" dirty="0"/>
              <a:t> professional</a:t>
            </a:r>
            <a:endParaRPr lang="en-ID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83C59F4-2F10-1FE0-6C83-338C12DED5D1}"/>
              </a:ext>
            </a:extLst>
          </p:cNvPr>
          <p:cNvSpPr txBox="1"/>
          <p:nvPr/>
        </p:nvSpPr>
        <p:spPr>
          <a:xfrm>
            <a:off x="3856033" y="9440859"/>
            <a:ext cx="2949570" cy="498476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91440" tIns="45720" rIns="91440" bIns="45720" anchor="b" anchorCtr="0" compatLnSpc="1">
            <a:noAutofit/>
          </a:bodyPr>
          <a:lstStyle/>
          <a:p>
            <a:pPr marL="0" marR="0" lvl="0" indent="0" algn="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fld id="{7B2A58E3-10B2-4050-A77F-F0B52CD939B3}" type="slidenum">
              <a:rPr/>
              <a:t>8</a:t>
            </a:fld>
            <a:endParaRPr lang="en-ID" sz="1200" b="0" i="0" u="none" strike="noStrike" kern="1200" cap="none" spc="0" baseline="0">
              <a:solidFill>
                <a:srgbClr val="000000"/>
              </a:solidFill>
              <a:uFillTx/>
              <a:latin typeface="Aptos"/>
            </a:endParaRPr>
          </a:p>
        </p:txBody>
      </p:sp>
    </p:spTree>
    <p:extLst>
      <p:ext uri="{BB962C8B-B14F-4D97-AF65-F5344CB8AC3E}">
        <p14:creationId xmlns:p14="http://schemas.microsoft.com/office/powerpoint/2010/main" val="1512260757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1FF6BD4-4FE0-07B3-7683-A89F3C36706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52A14A5-6AC9-4E4E-3D2D-1C9CAEAFA6B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422275" y="1243013"/>
            <a:ext cx="5962650" cy="3354387"/>
          </a:xfrm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B14FDD5-F43D-1F24-FE2A-4E289A2DC4EB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/>
        <p:txBody>
          <a:bodyPr/>
          <a:lstStyle/>
          <a:p>
            <a:pPr lvl="0"/>
            <a:r>
              <a:rPr lang="en-US" dirty="0" err="1"/>
              <a:t>a.What</a:t>
            </a:r>
            <a:r>
              <a:rPr lang="en-US" dirty="0"/>
              <a:t> : </a:t>
            </a:r>
            <a:r>
              <a:rPr lang="en-US" dirty="0" err="1"/>
              <a:t>Jelaskan</a:t>
            </a:r>
            <a:r>
              <a:rPr lang="en-US" dirty="0"/>
              <a:t> </a:t>
            </a:r>
            <a:r>
              <a:rPr lang="en-US" dirty="0" err="1"/>
              <a:t>dalam</a:t>
            </a:r>
            <a:r>
              <a:rPr lang="en-US" dirty="0"/>
              <a:t> </a:t>
            </a:r>
            <a:r>
              <a:rPr lang="en-US" dirty="0" err="1"/>
              <a:t>perspektif</a:t>
            </a:r>
            <a:r>
              <a:rPr lang="en-US" dirty="0"/>
              <a:t> IPO yang </a:t>
            </a:r>
            <a:r>
              <a:rPr lang="en-US" dirty="0" err="1"/>
              <a:t>lebih</a:t>
            </a:r>
            <a:r>
              <a:rPr lang="en-US" dirty="0"/>
              <a:t> professional</a:t>
            </a:r>
            <a:endParaRPr lang="en-ID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3969477-1332-DDB6-2F2F-8C0FC57BE4E6}"/>
              </a:ext>
            </a:extLst>
          </p:cNvPr>
          <p:cNvSpPr txBox="1"/>
          <p:nvPr/>
        </p:nvSpPr>
        <p:spPr>
          <a:xfrm>
            <a:off x="3856033" y="9440859"/>
            <a:ext cx="2949570" cy="498476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91440" tIns="45720" rIns="91440" bIns="45720" anchor="b" anchorCtr="0" compatLnSpc="1">
            <a:noAutofit/>
          </a:bodyPr>
          <a:lstStyle/>
          <a:p>
            <a:pPr marL="0" marR="0" lvl="0" indent="0" algn="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fld id="{7B2A58E3-10B2-4050-A77F-F0B52CD939B3}" type="slidenum">
              <a:rPr/>
              <a:t>9</a:t>
            </a:fld>
            <a:endParaRPr lang="en-ID" sz="1200" b="0" i="0" u="none" strike="noStrike" kern="1200" cap="none" spc="0" baseline="0">
              <a:solidFill>
                <a:srgbClr val="000000"/>
              </a:solidFill>
              <a:uFillTx/>
              <a:latin typeface="Aptos"/>
            </a:endParaRPr>
          </a:p>
        </p:txBody>
      </p:sp>
    </p:spTree>
    <p:extLst>
      <p:ext uri="{BB962C8B-B14F-4D97-AF65-F5344CB8AC3E}">
        <p14:creationId xmlns:p14="http://schemas.microsoft.com/office/powerpoint/2010/main" val="3431814432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4FAABD4-C3B4-2E7A-07ED-3AC1E856B9F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9F09275-18D9-F849-27F1-27AEA6114DC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422275" y="1243013"/>
            <a:ext cx="5962650" cy="3354387"/>
          </a:xfrm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0FA9466-F90B-7FD4-486D-DAFADC3A0E06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/>
        <p:txBody>
          <a:bodyPr/>
          <a:lstStyle/>
          <a:p>
            <a:pPr lvl="0"/>
            <a:r>
              <a:rPr lang="en-US" dirty="0" err="1"/>
              <a:t>a.What</a:t>
            </a:r>
            <a:r>
              <a:rPr lang="en-US" dirty="0"/>
              <a:t> : </a:t>
            </a:r>
            <a:r>
              <a:rPr lang="en-US" dirty="0" err="1"/>
              <a:t>Jelaskan</a:t>
            </a:r>
            <a:r>
              <a:rPr lang="en-US" dirty="0"/>
              <a:t> </a:t>
            </a:r>
            <a:r>
              <a:rPr lang="en-US" dirty="0" err="1"/>
              <a:t>dalam</a:t>
            </a:r>
            <a:r>
              <a:rPr lang="en-US" dirty="0"/>
              <a:t> </a:t>
            </a:r>
            <a:r>
              <a:rPr lang="en-US" dirty="0" err="1"/>
              <a:t>perspektif</a:t>
            </a:r>
            <a:r>
              <a:rPr lang="en-US" dirty="0"/>
              <a:t> IPO yang </a:t>
            </a:r>
            <a:r>
              <a:rPr lang="en-US" dirty="0" err="1"/>
              <a:t>lebih</a:t>
            </a:r>
            <a:r>
              <a:rPr lang="en-US" dirty="0"/>
              <a:t> professional</a:t>
            </a:r>
            <a:endParaRPr lang="en-ID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1769A88-FB71-91A5-2AEB-8C5B37954709}"/>
              </a:ext>
            </a:extLst>
          </p:cNvPr>
          <p:cNvSpPr txBox="1"/>
          <p:nvPr/>
        </p:nvSpPr>
        <p:spPr>
          <a:xfrm>
            <a:off x="3856033" y="9440859"/>
            <a:ext cx="2949570" cy="498476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91440" tIns="45720" rIns="91440" bIns="45720" anchor="b" anchorCtr="0" compatLnSpc="1">
            <a:noAutofit/>
          </a:bodyPr>
          <a:lstStyle/>
          <a:p>
            <a:pPr marL="0" marR="0" lvl="0" indent="0" algn="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fld id="{7B2A58E3-10B2-4050-A77F-F0B52CD939B3}" type="slidenum">
              <a:rPr/>
              <a:t>10</a:t>
            </a:fld>
            <a:endParaRPr lang="en-ID" sz="1200" b="0" i="0" u="none" strike="noStrike" kern="1200" cap="none" spc="0" baseline="0">
              <a:solidFill>
                <a:srgbClr val="000000"/>
              </a:solidFill>
              <a:uFillTx/>
              <a:latin typeface="Aptos"/>
            </a:endParaRPr>
          </a:p>
        </p:txBody>
      </p:sp>
    </p:spTree>
    <p:extLst>
      <p:ext uri="{BB962C8B-B14F-4D97-AF65-F5344CB8AC3E}">
        <p14:creationId xmlns:p14="http://schemas.microsoft.com/office/powerpoint/2010/main" val="2681173312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4F8FB3A-65EF-1F85-1778-E7138F79298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FD1F735-42C8-5A1A-912C-F764B57A2BA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422275" y="1243013"/>
            <a:ext cx="5962650" cy="3354387"/>
          </a:xfrm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1B64BB4-80FA-C2FC-BAF8-A93B2FC81F7F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/>
        <p:txBody>
          <a:bodyPr/>
          <a:lstStyle/>
          <a:p>
            <a:pPr lvl="0"/>
            <a:r>
              <a:rPr lang="en-US" dirty="0" err="1"/>
              <a:t>a.What</a:t>
            </a:r>
            <a:r>
              <a:rPr lang="en-US" dirty="0"/>
              <a:t> : </a:t>
            </a:r>
            <a:r>
              <a:rPr lang="en-US" dirty="0" err="1"/>
              <a:t>Jelaskan</a:t>
            </a:r>
            <a:r>
              <a:rPr lang="en-US" dirty="0"/>
              <a:t> </a:t>
            </a:r>
            <a:r>
              <a:rPr lang="en-US" dirty="0" err="1"/>
              <a:t>dalam</a:t>
            </a:r>
            <a:r>
              <a:rPr lang="en-US" dirty="0"/>
              <a:t> </a:t>
            </a:r>
            <a:r>
              <a:rPr lang="en-US" dirty="0" err="1"/>
              <a:t>perspektif</a:t>
            </a:r>
            <a:r>
              <a:rPr lang="en-US" dirty="0"/>
              <a:t> IPO yang </a:t>
            </a:r>
            <a:r>
              <a:rPr lang="en-US" dirty="0" err="1"/>
              <a:t>lebih</a:t>
            </a:r>
            <a:r>
              <a:rPr lang="en-US" dirty="0"/>
              <a:t> professional</a:t>
            </a:r>
            <a:endParaRPr lang="en-ID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DC0539B-8004-E3E4-BC4B-0B897A986DAC}"/>
              </a:ext>
            </a:extLst>
          </p:cNvPr>
          <p:cNvSpPr txBox="1"/>
          <p:nvPr/>
        </p:nvSpPr>
        <p:spPr>
          <a:xfrm>
            <a:off x="3856033" y="9440859"/>
            <a:ext cx="2949570" cy="498476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91440" tIns="45720" rIns="91440" bIns="45720" anchor="b" anchorCtr="0" compatLnSpc="1">
            <a:noAutofit/>
          </a:bodyPr>
          <a:lstStyle/>
          <a:p>
            <a:pPr marL="0" marR="0" lvl="0" indent="0" algn="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fld id="{7B2A58E3-10B2-4050-A77F-F0B52CD939B3}" type="slidenum">
              <a:rPr/>
              <a:t>11</a:t>
            </a:fld>
            <a:endParaRPr lang="en-ID" sz="1200" b="0" i="0" u="none" strike="noStrike" kern="1200" cap="none" spc="0" baseline="0">
              <a:solidFill>
                <a:srgbClr val="000000"/>
              </a:solidFill>
              <a:uFillTx/>
              <a:latin typeface="Aptos"/>
            </a:endParaRPr>
          </a:p>
        </p:txBody>
      </p:sp>
    </p:spTree>
    <p:extLst>
      <p:ext uri="{BB962C8B-B14F-4D97-AF65-F5344CB8AC3E}">
        <p14:creationId xmlns:p14="http://schemas.microsoft.com/office/powerpoint/2010/main" val="3088925964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t>5/11/2026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t>5/11/2026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t>5/11/2026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t>5/11/2026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t>5/11/2026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t>5/11/2026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t>5/11/2026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t>5/11/2026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t>5/11/2026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t>5/11/2026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t>5/11/2026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1.pn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image" Target="../media/image3.png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image" Target="../media/image2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t>5/11/2026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t>‹#›</a:t>
            </a:fld>
            <a:endParaRPr lang="en-US"/>
          </a:p>
        </p:txBody>
      </p:sp>
      <p:grpSp>
        <p:nvGrpSpPr>
          <p:cNvPr id="9" name="Group 8"/>
          <p:cNvGrpSpPr/>
          <p:nvPr userDrawn="1"/>
        </p:nvGrpSpPr>
        <p:grpSpPr>
          <a:xfrm rot="16200000">
            <a:off x="-5334076" y="4533975"/>
            <a:ext cx="7620000" cy="1219049"/>
            <a:chOff x="6400800" y="5445294"/>
            <a:chExt cx="7620000" cy="1219049"/>
          </a:xfrm>
        </p:grpSpPr>
        <p:sp>
          <p:nvSpPr>
            <p:cNvPr id="10" name="Rectangle 9"/>
            <p:cNvSpPr/>
            <p:nvPr/>
          </p:nvSpPr>
          <p:spPr>
            <a:xfrm>
              <a:off x="6400800" y="5445294"/>
              <a:ext cx="7620000" cy="1219049"/>
            </a:xfrm>
            <a:prstGeom prst="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D"/>
            </a:p>
          </p:txBody>
        </p:sp>
        <p:sp>
          <p:nvSpPr>
            <p:cNvPr id="11" name="TextBox 10"/>
            <p:cNvSpPr txBox="1"/>
            <p:nvPr/>
          </p:nvSpPr>
          <p:spPr>
            <a:xfrm>
              <a:off x="11794944" y="5600700"/>
              <a:ext cx="2060856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GB" sz="1600" dirty="0">
                  <a:latin typeface="TT Firs Neue Medium" panose="020B0003030000020004" pitchFamily="34" charset="0"/>
                </a:rPr>
                <a:t>Primary Colours</a:t>
              </a:r>
              <a:endParaRPr lang="en-ID" sz="1600" dirty="0">
                <a:latin typeface="TT Firs Neue Medium" panose="020B0003030000020004" pitchFamily="34" charset="0"/>
              </a:endParaRPr>
            </a:p>
          </p:txBody>
        </p:sp>
        <p:sp>
          <p:nvSpPr>
            <p:cNvPr id="12" name="TextBox 11"/>
            <p:cNvSpPr txBox="1"/>
            <p:nvPr/>
          </p:nvSpPr>
          <p:spPr>
            <a:xfrm>
              <a:off x="8624054" y="5600700"/>
              <a:ext cx="2599998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GB" sz="1600" dirty="0">
                  <a:latin typeface="TT Firs Neue Medium" panose="020B0003030000020004" pitchFamily="34" charset="0"/>
                </a:rPr>
                <a:t>Secondary Colours</a:t>
              </a:r>
              <a:endParaRPr lang="en-ID" sz="1600" dirty="0">
                <a:latin typeface="TT Firs Neue Medium" panose="020B0003030000020004" pitchFamily="34" charset="0"/>
              </a:endParaRPr>
            </a:p>
          </p:txBody>
        </p:sp>
        <p:sp>
          <p:nvSpPr>
            <p:cNvPr id="13" name="Rectangle 12"/>
            <p:cNvSpPr/>
            <p:nvPr/>
          </p:nvSpPr>
          <p:spPr>
            <a:xfrm>
              <a:off x="13423800" y="6033110"/>
              <a:ext cx="432000" cy="432000"/>
            </a:xfrm>
            <a:prstGeom prst="rect">
              <a:avLst/>
            </a:prstGeom>
            <a:solidFill>
              <a:srgbClr val="FF6805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D"/>
            </a:p>
          </p:txBody>
        </p:sp>
        <p:sp>
          <p:nvSpPr>
            <p:cNvPr id="14" name="Rectangle 13"/>
            <p:cNvSpPr/>
            <p:nvPr/>
          </p:nvSpPr>
          <p:spPr>
            <a:xfrm>
              <a:off x="12877800" y="6031205"/>
              <a:ext cx="432000" cy="432000"/>
            </a:xfrm>
            <a:prstGeom prst="rect">
              <a:avLst/>
            </a:prstGeom>
            <a:solidFill>
              <a:srgbClr val="FFBD0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D"/>
            </a:p>
          </p:txBody>
        </p:sp>
        <p:sp>
          <p:nvSpPr>
            <p:cNvPr id="15" name="Rectangle 14"/>
            <p:cNvSpPr/>
            <p:nvPr/>
          </p:nvSpPr>
          <p:spPr>
            <a:xfrm>
              <a:off x="12336372" y="6031205"/>
              <a:ext cx="432000" cy="432000"/>
            </a:xfrm>
            <a:prstGeom prst="rect">
              <a:avLst/>
            </a:prstGeom>
            <a:solidFill>
              <a:srgbClr val="00000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D"/>
            </a:p>
          </p:txBody>
        </p:sp>
        <p:sp>
          <p:nvSpPr>
            <p:cNvPr id="16" name="Rectangle 15"/>
            <p:cNvSpPr/>
            <p:nvPr/>
          </p:nvSpPr>
          <p:spPr>
            <a:xfrm>
              <a:off x="11794944" y="6033553"/>
              <a:ext cx="432000" cy="432000"/>
            </a:xfrm>
            <a:prstGeom prst="rect">
              <a:avLst/>
            </a:prstGeom>
            <a:solidFill>
              <a:srgbClr val="FFFFFF"/>
            </a:solidFill>
            <a:ln w="12700">
              <a:solidFill>
                <a:srgbClr val="00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D"/>
            </a:p>
          </p:txBody>
        </p:sp>
        <p:sp>
          <p:nvSpPr>
            <p:cNvPr id="17" name="Rectangle 16"/>
            <p:cNvSpPr/>
            <p:nvPr/>
          </p:nvSpPr>
          <p:spPr>
            <a:xfrm>
              <a:off x="10792052" y="6029300"/>
              <a:ext cx="432000" cy="432000"/>
            </a:xfrm>
            <a:prstGeom prst="rect">
              <a:avLst/>
            </a:prstGeom>
            <a:solidFill>
              <a:srgbClr val="FF9182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D"/>
            </a:p>
          </p:txBody>
        </p:sp>
        <p:sp>
          <p:nvSpPr>
            <p:cNvPr id="18" name="Rectangle 17"/>
            <p:cNvSpPr/>
            <p:nvPr/>
          </p:nvSpPr>
          <p:spPr>
            <a:xfrm>
              <a:off x="10250624" y="6031205"/>
              <a:ext cx="432000" cy="432000"/>
            </a:xfrm>
            <a:prstGeom prst="rect">
              <a:avLst/>
            </a:prstGeom>
            <a:solidFill>
              <a:srgbClr val="FFDC1E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D"/>
            </a:p>
          </p:txBody>
        </p:sp>
        <p:sp>
          <p:nvSpPr>
            <p:cNvPr id="19" name="Rectangle 18"/>
            <p:cNvSpPr/>
            <p:nvPr/>
          </p:nvSpPr>
          <p:spPr>
            <a:xfrm>
              <a:off x="9709196" y="6029300"/>
              <a:ext cx="432000" cy="432000"/>
            </a:xfrm>
            <a:prstGeom prst="rect">
              <a:avLst/>
            </a:prstGeom>
            <a:solidFill>
              <a:srgbClr val="B8DCEA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D"/>
            </a:p>
          </p:txBody>
        </p:sp>
        <p:sp>
          <p:nvSpPr>
            <p:cNvPr id="20" name="Rectangle 19"/>
            <p:cNvSpPr/>
            <p:nvPr/>
          </p:nvSpPr>
          <p:spPr>
            <a:xfrm>
              <a:off x="9167768" y="6029300"/>
              <a:ext cx="432000" cy="432000"/>
            </a:xfrm>
            <a:prstGeom prst="rect">
              <a:avLst/>
            </a:prstGeom>
            <a:solidFill>
              <a:srgbClr val="8CBDC7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D"/>
            </a:p>
          </p:txBody>
        </p:sp>
        <p:sp>
          <p:nvSpPr>
            <p:cNvPr id="21" name="Rectangle 20"/>
            <p:cNvSpPr/>
            <p:nvPr/>
          </p:nvSpPr>
          <p:spPr>
            <a:xfrm>
              <a:off x="8624054" y="6029300"/>
              <a:ext cx="432000" cy="432000"/>
            </a:xfrm>
            <a:prstGeom prst="rect">
              <a:avLst/>
            </a:prstGeom>
            <a:solidFill>
              <a:srgbClr val="B4B4B4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D"/>
            </a:p>
          </p:txBody>
        </p:sp>
        <p:pic>
          <p:nvPicPr>
            <p:cNvPr id="22" name="Picture 21"/>
            <p:cNvPicPr>
              <a:picLocks noChangeAspect="1"/>
            </p:cNvPicPr>
            <p:nvPr/>
          </p:nvPicPr>
          <p:blipFill>
            <a:blip r:embed="rId13" cstate="screen"/>
            <a:srcRect l="1" r="13712"/>
            <a:stretch>
              <a:fillRect/>
            </a:stretch>
          </p:blipFill>
          <p:spPr>
            <a:xfrm rot="5400000">
              <a:off x="7620360" y="6029300"/>
              <a:ext cx="429714" cy="432000"/>
            </a:xfrm>
            <a:prstGeom prst="rect">
              <a:avLst/>
            </a:prstGeom>
          </p:spPr>
        </p:pic>
        <p:pic>
          <p:nvPicPr>
            <p:cNvPr id="23" name="Picture 22"/>
            <p:cNvPicPr>
              <a:picLocks noChangeAspect="1"/>
            </p:cNvPicPr>
            <p:nvPr/>
          </p:nvPicPr>
          <p:blipFill>
            <a:blip r:embed="rId14" cstate="screen"/>
            <a:srcRect r="36704"/>
            <a:stretch>
              <a:fillRect/>
            </a:stretch>
          </p:blipFill>
          <p:spPr>
            <a:xfrm rot="5400000">
              <a:off x="7077789" y="6028148"/>
              <a:ext cx="429714" cy="432001"/>
            </a:xfrm>
            <a:prstGeom prst="rect">
              <a:avLst/>
            </a:prstGeom>
          </p:spPr>
        </p:pic>
        <p:pic>
          <p:nvPicPr>
            <p:cNvPr id="24" name="Picture 23"/>
            <p:cNvPicPr>
              <a:picLocks noChangeAspect="1"/>
            </p:cNvPicPr>
            <p:nvPr/>
          </p:nvPicPr>
          <p:blipFill>
            <a:blip r:embed="rId15" cstate="screen"/>
            <a:stretch>
              <a:fillRect/>
            </a:stretch>
          </p:blipFill>
          <p:spPr>
            <a:xfrm rot="5400000">
              <a:off x="6531789" y="6028148"/>
              <a:ext cx="432000" cy="432000"/>
            </a:xfrm>
            <a:prstGeom prst="rect">
              <a:avLst/>
            </a:prstGeom>
          </p:spPr>
        </p:pic>
        <p:sp>
          <p:nvSpPr>
            <p:cNvPr id="25" name="TextBox 24"/>
            <p:cNvSpPr txBox="1"/>
            <p:nvPr/>
          </p:nvSpPr>
          <p:spPr>
            <a:xfrm>
              <a:off x="6531789" y="5600700"/>
              <a:ext cx="1518285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GB" sz="1600" dirty="0">
                  <a:latin typeface="TT Firs Neue Medium" panose="020B0003030000020004" pitchFamily="34" charset="0"/>
                </a:rPr>
                <a:t>Gradient</a:t>
              </a:r>
              <a:endParaRPr lang="en-ID" sz="1600" dirty="0">
                <a:latin typeface="TT Firs Neue Medium" panose="020B0003030000020004" pitchFamily="34" charset="0"/>
              </a:endParaRPr>
            </a:p>
          </p:txBody>
        </p:sp>
      </p:grp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hyperlink" Target="http://www.ptdh.co.id/" TargetMode="Externa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5.jpe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jpe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832B4AD-731B-BD97-67E9-DFFF3762991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TextBox 24">
            <a:extLst>
              <a:ext uri="{FF2B5EF4-FFF2-40B4-BE49-F238E27FC236}">
                <a16:creationId xmlns:a16="http://schemas.microsoft.com/office/drawing/2014/main" id="{91072AEE-5213-C013-1AFC-5AB8BBCE1CF3}"/>
              </a:ext>
            </a:extLst>
          </p:cNvPr>
          <p:cNvSpPr txBox="1"/>
          <p:nvPr/>
        </p:nvSpPr>
        <p:spPr>
          <a:xfrm>
            <a:off x="533400" y="4209861"/>
            <a:ext cx="8586004" cy="888898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marL="0" lvl="0" indent="0" algn="l">
              <a:lnSpc>
                <a:spcPts val="7335"/>
              </a:lnSpc>
            </a:pPr>
            <a:r>
              <a:rPr lang="en-US" sz="5400" b="1" spc="-72" dirty="0">
                <a:solidFill>
                  <a:srgbClr val="FF7501"/>
                </a:solidFill>
                <a:latin typeface="TT Firs Neue" panose="020B0003030000020004" pitchFamily="34" charset="0"/>
                <a:ea typeface="Cooper Hewitt Bold"/>
                <a:cs typeface="Cooper Hewitt Bold"/>
                <a:sym typeface="Cooper Hewitt Bold"/>
              </a:rPr>
              <a:t>PT Darma Henwa </a:t>
            </a:r>
            <a:r>
              <a:rPr lang="en-US" sz="5400" b="1" spc="-72" dirty="0" err="1">
                <a:solidFill>
                  <a:srgbClr val="FF7501"/>
                </a:solidFill>
                <a:latin typeface="TT Firs Neue" panose="020B0003030000020004" pitchFamily="34" charset="0"/>
                <a:ea typeface="Cooper Hewitt Bold"/>
                <a:cs typeface="Cooper Hewitt Bold"/>
                <a:sym typeface="Cooper Hewitt Bold"/>
              </a:rPr>
              <a:t>Tbk</a:t>
            </a:r>
            <a:endParaRPr lang="en-US" sz="5400" b="1" spc="-72" dirty="0">
              <a:solidFill>
                <a:srgbClr val="FF7501"/>
              </a:solidFill>
              <a:latin typeface="TT Firs Neue" panose="020B0003030000020004" pitchFamily="34" charset="0"/>
              <a:ea typeface="Cooper Hewitt Bold"/>
              <a:cs typeface="Cooper Hewitt Bold"/>
              <a:sym typeface="Cooper Hewitt Bold"/>
            </a:endParaRPr>
          </a:p>
        </p:txBody>
      </p:sp>
      <p:sp>
        <p:nvSpPr>
          <p:cNvPr id="26" name="TextBox 26">
            <a:extLst>
              <a:ext uri="{FF2B5EF4-FFF2-40B4-BE49-F238E27FC236}">
                <a16:creationId xmlns:a16="http://schemas.microsoft.com/office/drawing/2014/main" id="{34D19648-49BA-B76D-EBB5-744BA0AA4104}"/>
              </a:ext>
            </a:extLst>
          </p:cNvPr>
          <p:cNvSpPr txBox="1"/>
          <p:nvPr/>
        </p:nvSpPr>
        <p:spPr>
          <a:xfrm>
            <a:off x="602488" y="9147656"/>
            <a:ext cx="6571164" cy="364395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marL="0" lvl="0" indent="0" algn="l">
              <a:lnSpc>
                <a:spcPts val="2760"/>
              </a:lnSpc>
            </a:pPr>
            <a:r>
              <a:rPr lang="en-US" sz="2400" b="1" spc="508" dirty="0">
                <a:solidFill>
                  <a:srgbClr val="211C1C"/>
                </a:solidFill>
                <a:latin typeface="TT Firs Neue" panose="020B0003030000020004" pitchFamily="34" charset="0"/>
                <a:ea typeface="Clear Sans Bold"/>
                <a:cs typeface="Clear Sans Bold"/>
                <a:sym typeface="Clear Sans Bold"/>
                <a:hlinkClick r:id="rId2"/>
              </a:rPr>
              <a:t>www.ptdh.co.id</a:t>
            </a:r>
            <a:endParaRPr lang="en-US" sz="2400" b="1" spc="508" dirty="0">
              <a:solidFill>
                <a:srgbClr val="211C1C"/>
              </a:solidFill>
              <a:latin typeface="TT Firs Neue" panose="020B0003030000020004" pitchFamily="34" charset="0"/>
              <a:ea typeface="Clear Sans Bold"/>
              <a:cs typeface="Clear Sans Bold"/>
              <a:sym typeface="Clear Sans Bold"/>
            </a:endParaRPr>
          </a:p>
        </p:txBody>
      </p:sp>
      <p:sp>
        <p:nvSpPr>
          <p:cNvPr id="27" name="TextBox 27">
            <a:extLst>
              <a:ext uri="{FF2B5EF4-FFF2-40B4-BE49-F238E27FC236}">
                <a16:creationId xmlns:a16="http://schemas.microsoft.com/office/drawing/2014/main" id="{7D72ECF2-DE53-E179-DE20-09381BDE56F4}"/>
              </a:ext>
            </a:extLst>
          </p:cNvPr>
          <p:cNvSpPr txBox="1"/>
          <p:nvPr/>
        </p:nvSpPr>
        <p:spPr>
          <a:xfrm>
            <a:off x="600629" y="5251647"/>
            <a:ext cx="7575476" cy="44191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3420"/>
              </a:lnSpc>
            </a:pPr>
            <a:r>
              <a:rPr lang="en-US" sz="3320" b="1" spc="-109" dirty="0">
                <a:solidFill>
                  <a:srgbClr val="211C1C"/>
                </a:solidFill>
                <a:latin typeface="TT Firs Neue" panose="020B0003030000020004" pitchFamily="34" charset="0"/>
                <a:ea typeface="Clear Sans Bold"/>
                <a:cs typeface="Clear Sans Bold"/>
                <a:sym typeface="Clear Sans Bold"/>
              </a:rPr>
              <a:t>Fulfillment Staff </a:t>
            </a:r>
            <a:r>
              <a:rPr lang="en-US" sz="3320" b="1" spc="-109" dirty="0">
                <a:solidFill>
                  <a:srgbClr val="211C1C"/>
                </a:solidFill>
                <a:latin typeface="Trebuchet MS" panose="020B0603020202020204" pitchFamily="34" charset="0"/>
                <a:ea typeface="Clear Sans Bold"/>
                <a:cs typeface="Clear Sans Bold"/>
                <a:sym typeface="Clear Sans Bold"/>
              </a:rPr>
              <a:t>2026</a:t>
            </a:r>
          </a:p>
        </p:txBody>
      </p:sp>
      <p:pic>
        <p:nvPicPr>
          <p:cNvPr id="25" name="Picture 24">
            <a:extLst>
              <a:ext uri="{FF2B5EF4-FFF2-40B4-BE49-F238E27FC236}">
                <a16:creationId xmlns:a16="http://schemas.microsoft.com/office/drawing/2014/main" id="{78DDABA0-3F55-D250-41C6-CAF2A87506C3}"/>
              </a:ext>
            </a:extLst>
          </p:cNvPr>
          <p:cNvPicPr>
            <a:picLocks noChangeAspect="1"/>
          </p:cNvPicPr>
          <p:nvPr/>
        </p:nvPicPr>
        <p:blipFill>
          <a:blip r:embed="rId3" cstate="screen"/>
          <a:stretch>
            <a:fillRect/>
          </a:stretch>
        </p:blipFill>
        <p:spPr>
          <a:xfrm>
            <a:off x="20444" y="307791"/>
            <a:ext cx="3748309" cy="2166692"/>
          </a:xfrm>
          <a:prstGeom prst="rect">
            <a:avLst/>
          </a:prstGeom>
        </p:spPr>
      </p:pic>
      <p:grpSp>
        <p:nvGrpSpPr>
          <p:cNvPr id="124" name="Group 2">
            <a:extLst>
              <a:ext uri="{FF2B5EF4-FFF2-40B4-BE49-F238E27FC236}">
                <a16:creationId xmlns:a16="http://schemas.microsoft.com/office/drawing/2014/main" id="{E9B474E1-F6C1-ED85-5E98-48A6EB4F6826}"/>
              </a:ext>
            </a:extLst>
          </p:cNvPr>
          <p:cNvGrpSpPr/>
          <p:nvPr/>
        </p:nvGrpSpPr>
        <p:grpSpPr>
          <a:xfrm rot="877871">
            <a:off x="10073895" y="6912175"/>
            <a:ext cx="3765319" cy="5217009"/>
            <a:chOff x="0" y="0"/>
            <a:chExt cx="1032754" cy="3478539"/>
          </a:xfrm>
          <a:solidFill>
            <a:srgbClr val="B4B4B4"/>
          </a:solidFill>
        </p:grpSpPr>
        <p:sp>
          <p:nvSpPr>
            <p:cNvPr id="125" name="Freeform 3">
              <a:extLst>
                <a:ext uri="{FF2B5EF4-FFF2-40B4-BE49-F238E27FC236}">
                  <a16:creationId xmlns:a16="http://schemas.microsoft.com/office/drawing/2014/main" id="{71C46521-B3BE-57EB-A2EE-E34067B28597}"/>
                </a:ext>
              </a:extLst>
            </p:cNvPr>
            <p:cNvSpPr/>
            <p:nvPr/>
          </p:nvSpPr>
          <p:spPr>
            <a:xfrm>
              <a:off x="0" y="0"/>
              <a:ext cx="1032754" cy="3478540"/>
            </a:xfrm>
            <a:custGeom>
              <a:avLst/>
              <a:gdLst/>
              <a:ahLst/>
              <a:cxnLst/>
              <a:rect l="l" t="t" r="r" b="b"/>
              <a:pathLst>
                <a:path w="1032754" h="3478540">
                  <a:moveTo>
                    <a:pt x="0" y="0"/>
                  </a:moveTo>
                  <a:lnTo>
                    <a:pt x="1032754" y="0"/>
                  </a:lnTo>
                  <a:lnTo>
                    <a:pt x="1032754" y="3478540"/>
                  </a:lnTo>
                  <a:lnTo>
                    <a:pt x="0" y="3478540"/>
                  </a:lnTo>
                  <a:close/>
                </a:path>
              </a:pathLst>
            </a:custGeom>
            <a:grpFill/>
          </p:spPr>
          <p:txBody>
            <a:bodyPr/>
            <a:lstStyle/>
            <a:p>
              <a:endParaRPr lang="en-US">
                <a:latin typeface="TT Firs Neue" panose="020B0003030000020004" pitchFamily="34" charset="0"/>
              </a:endParaRPr>
            </a:p>
          </p:txBody>
        </p:sp>
        <p:sp>
          <p:nvSpPr>
            <p:cNvPr id="126" name="TextBox 4">
              <a:extLst>
                <a:ext uri="{FF2B5EF4-FFF2-40B4-BE49-F238E27FC236}">
                  <a16:creationId xmlns:a16="http://schemas.microsoft.com/office/drawing/2014/main" id="{DD158F2A-7010-9962-F020-710385AB3987}"/>
                </a:ext>
              </a:extLst>
            </p:cNvPr>
            <p:cNvSpPr txBox="1"/>
            <p:nvPr/>
          </p:nvSpPr>
          <p:spPr>
            <a:xfrm>
              <a:off x="0" y="-28575"/>
              <a:ext cx="1032754" cy="3507114"/>
            </a:xfrm>
            <a:prstGeom prst="rect">
              <a:avLst/>
            </a:prstGeom>
            <a:grpFill/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60"/>
                </a:lnSpc>
              </a:pPr>
              <a:endParaRPr>
                <a:latin typeface="TT Firs Neue" panose="020B0003030000020004" pitchFamily="34" charset="0"/>
              </a:endParaRPr>
            </a:p>
          </p:txBody>
        </p:sp>
      </p:grpSp>
      <p:grpSp>
        <p:nvGrpSpPr>
          <p:cNvPr id="127" name="Group 5">
            <a:extLst>
              <a:ext uri="{FF2B5EF4-FFF2-40B4-BE49-F238E27FC236}">
                <a16:creationId xmlns:a16="http://schemas.microsoft.com/office/drawing/2014/main" id="{69C74CA7-C39B-B42A-718D-96218914153C}"/>
              </a:ext>
            </a:extLst>
          </p:cNvPr>
          <p:cNvGrpSpPr/>
          <p:nvPr/>
        </p:nvGrpSpPr>
        <p:grpSpPr>
          <a:xfrm rot="870606">
            <a:off x="10115618" y="-704327"/>
            <a:ext cx="1056814" cy="7724845"/>
            <a:chOff x="0" y="-28575"/>
            <a:chExt cx="289864" cy="2772778"/>
          </a:xfrm>
          <a:solidFill>
            <a:srgbClr val="FFB915"/>
          </a:solidFill>
        </p:grpSpPr>
        <p:sp>
          <p:nvSpPr>
            <p:cNvPr id="128" name="Freeform 6">
              <a:extLst>
                <a:ext uri="{FF2B5EF4-FFF2-40B4-BE49-F238E27FC236}">
                  <a16:creationId xmlns:a16="http://schemas.microsoft.com/office/drawing/2014/main" id="{0BBC35F4-7546-6CE4-9B7F-C32F6FDC45FA}"/>
                </a:ext>
              </a:extLst>
            </p:cNvPr>
            <p:cNvSpPr/>
            <p:nvPr/>
          </p:nvSpPr>
          <p:spPr>
            <a:xfrm>
              <a:off x="0" y="0"/>
              <a:ext cx="289864" cy="2744203"/>
            </a:xfrm>
            <a:custGeom>
              <a:avLst/>
              <a:gdLst/>
              <a:ahLst/>
              <a:cxnLst/>
              <a:rect l="l" t="t" r="r" b="b"/>
              <a:pathLst>
                <a:path w="289864" h="2744203">
                  <a:moveTo>
                    <a:pt x="0" y="0"/>
                  </a:moveTo>
                  <a:lnTo>
                    <a:pt x="289864" y="0"/>
                  </a:lnTo>
                  <a:lnTo>
                    <a:pt x="289864" y="2744203"/>
                  </a:lnTo>
                  <a:lnTo>
                    <a:pt x="0" y="2744203"/>
                  </a:lnTo>
                  <a:close/>
                </a:path>
              </a:pathLst>
            </a:custGeom>
            <a:grpFill/>
          </p:spPr>
          <p:txBody>
            <a:bodyPr/>
            <a:lstStyle/>
            <a:p>
              <a:endParaRPr lang="en-US">
                <a:latin typeface="TT Firs Neue" panose="020B0003030000020004" pitchFamily="34" charset="0"/>
              </a:endParaRPr>
            </a:p>
          </p:txBody>
        </p:sp>
        <p:sp>
          <p:nvSpPr>
            <p:cNvPr id="129" name="TextBox 7">
              <a:extLst>
                <a:ext uri="{FF2B5EF4-FFF2-40B4-BE49-F238E27FC236}">
                  <a16:creationId xmlns:a16="http://schemas.microsoft.com/office/drawing/2014/main" id="{D14E2733-E4B9-6545-B9C5-EDA99BD11F70}"/>
                </a:ext>
              </a:extLst>
            </p:cNvPr>
            <p:cNvSpPr txBox="1"/>
            <p:nvPr/>
          </p:nvSpPr>
          <p:spPr>
            <a:xfrm>
              <a:off x="0" y="-28575"/>
              <a:ext cx="289864" cy="2772778"/>
            </a:xfrm>
            <a:prstGeom prst="rect">
              <a:avLst/>
            </a:prstGeom>
            <a:solidFill>
              <a:srgbClr val="FFBD00"/>
            </a:solidFill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60"/>
                </a:lnSpc>
              </a:pPr>
              <a:endParaRPr dirty="0">
                <a:latin typeface="TT Firs Neue" panose="020B0003030000020004" pitchFamily="34" charset="0"/>
              </a:endParaRPr>
            </a:p>
          </p:txBody>
        </p:sp>
      </p:grpSp>
      <p:grpSp>
        <p:nvGrpSpPr>
          <p:cNvPr id="130" name="Group 10">
            <a:extLst>
              <a:ext uri="{FF2B5EF4-FFF2-40B4-BE49-F238E27FC236}">
                <a16:creationId xmlns:a16="http://schemas.microsoft.com/office/drawing/2014/main" id="{0580BBAB-AC41-F524-9468-3366B06A68A4}"/>
              </a:ext>
            </a:extLst>
          </p:cNvPr>
          <p:cNvGrpSpPr/>
          <p:nvPr/>
        </p:nvGrpSpPr>
        <p:grpSpPr>
          <a:xfrm rot="921434">
            <a:off x="16040650" y="-1445924"/>
            <a:ext cx="3765319" cy="6765149"/>
            <a:chOff x="0" y="0"/>
            <a:chExt cx="1032754" cy="3478539"/>
          </a:xfrm>
          <a:solidFill>
            <a:srgbClr val="B4B4B4"/>
          </a:solidFill>
        </p:grpSpPr>
        <p:sp>
          <p:nvSpPr>
            <p:cNvPr id="131" name="Freeform 11">
              <a:extLst>
                <a:ext uri="{FF2B5EF4-FFF2-40B4-BE49-F238E27FC236}">
                  <a16:creationId xmlns:a16="http://schemas.microsoft.com/office/drawing/2014/main" id="{91529440-C235-ED1B-D9E0-FDCC1C0B382F}"/>
                </a:ext>
              </a:extLst>
            </p:cNvPr>
            <p:cNvSpPr/>
            <p:nvPr/>
          </p:nvSpPr>
          <p:spPr>
            <a:xfrm>
              <a:off x="0" y="0"/>
              <a:ext cx="1032754" cy="3478540"/>
            </a:xfrm>
            <a:custGeom>
              <a:avLst/>
              <a:gdLst/>
              <a:ahLst/>
              <a:cxnLst/>
              <a:rect l="l" t="t" r="r" b="b"/>
              <a:pathLst>
                <a:path w="1032754" h="3478540">
                  <a:moveTo>
                    <a:pt x="0" y="0"/>
                  </a:moveTo>
                  <a:lnTo>
                    <a:pt x="1032754" y="0"/>
                  </a:lnTo>
                  <a:lnTo>
                    <a:pt x="1032754" y="3478540"/>
                  </a:lnTo>
                  <a:lnTo>
                    <a:pt x="0" y="3478540"/>
                  </a:lnTo>
                  <a:close/>
                </a:path>
              </a:pathLst>
            </a:custGeom>
            <a:grpFill/>
          </p:spPr>
          <p:txBody>
            <a:bodyPr/>
            <a:lstStyle/>
            <a:p>
              <a:endParaRPr lang="en-US">
                <a:latin typeface="TT Firs Neue" panose="020B0003030000020004" pitchFamily="34" charset="0"/>
              </a:endParaRPr>
            </a:p>
          </p:txBody>
        </p:sp>
        <p:sp>
          <p:nvSpPr>
            <p:cNvPr id="132" name="TextBox 12">
              <a:extLst>
                <a:ext uri="{FF2B5EF4-FFF2-40B4-BE49-F238E27FC236}">
                  <a16:creationId xmlns:a16="http://schemas.microsoft.com/office/drawing/2014/main" id="{F7616C98-C1EA-0DF6-F8B3-D95F950453E6}"/>
                </a:ext>
              </a:extLst>
            </p:cNvPr>
            <p:cNvSpPr txBox="1"/>
            <p:nvPr/>
          </p:nvSpPr>
          <p:spPr>
            <a:xfrm>
              <a:off x="0" y="-28575"/>
              <a:ext cx="1032754" cy="3507114"/>
            </a:xfrm>
            <a:prstGeom prst="rect">
              <a:avLst/>
            </a:prstGeom>
            <a:grpFill/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60"/>
                </a:lnSpc>
              </a:pPr>
              <a:endParaRPr>
                <a:latin typeface="TT Firs Neue" panose="020B0003030000020004" pitchFamily="34" charset="0"/>
              </a:endParaRPr>
            </a:p>
          </p:txBody>
        </p:sp>
      </p:grpSp>
      <p:grpSp>
        <p:nvGrpSpPr>
          <p:cNvPr id="133" name="Group 13">
            <a:extLst>
              <a:ext uri="{FF2B5EF4-FFF2-40B4-BE49-F238E27FC236}">
                <a16:creationId xmlns:a16="http://schemas.microsoft.com/office/drawing/2014/main" id="{9323B6EE-53A4-E6C8-C341-25EEBB912F19}"/>
              </a:ext>
            </a:extLst>
          </p:cNvPr>
          <p:cNvGrpSpPr/>
          <p:nvPr/>
        </p:nvGrpSpPr>
        <p:grpSpPr>
          <a:xfrm rot="917294">
            <a:off x="15871650" y="-808253"/>
            <a:ext cx="3765319" cy="12682417"/>
            <a:chOff x="0" y="0"/>
            <a:chExt cx="1032754" cy="3478539"/>
          </a:xfrm>
          <a:solidFill>
            <a:srgbClr val="FF6805"/>
          </a:solidFill>
        </p:grpSpPr>
        <p:sp>
          <p:nvSpPr>
            <p:cNvPr id="134" name="Freeform 14">
              <a:extLst>
                <a:ext uri="{FF2B5EF4-FFF2-40B4-BE49-F238E27FC236}">
                  <a16:creationId xmlns:a16="http://schemas.microsoft.com/office/drawing/2014/main" id="{83DD826F-1A04-8589-D703-46C040F077EB}"/>
                </a:ext>
              </a:extLst>
            </p:cNvPr>
            <p:cNvSpPr/>
            <p:nvPr/>
          </p:nvSpPr>
          <p:spPr>
            <a:xfrm>
              <a:off x="0" y="0"/>
              <a:ext cx="1032754" cy="3478540"/>
            </a:xfrm>
            <a:custGeom>
              <a:avLst/>
              <a:gdLst/>
              <a:ahLst/>
              <a:cxnLst/>
              <a:rect l="l" t="t" r="r" b="b"/>
              <a:pathLst>
                <a:path w="1032754" h="3478540">
                  <a:moveTo>
                    <a:pt x="0" y="0"/>
                  </a:moveTo>
                  <a:lnTo>
                    <a:pt x="1032754" y="0"/>
                  </a:lnTo>
                  <a:lnTo>
                    <a:pt x="1032754" y="3478540"/>
                  </a:lnTo>
                  <a:lnTo>
                    <a:pt x="0" y="3478540"/>
                  </a:lnTo>
                  <a:close/>
                </a:path>
              </a:pathLst>
            </a:custGeom>
            <a:grpFill/>
          </p:spPr>
          <p:txBody>
            <a:bodyPr/>
            <a:lstStyle/>
            <a:p>
              <a:endParaRPr lang="en-US">
                <a:latin typeface="TT Firs Neue" panose="020B0003030000020004" pitchFamily="34" charset="0"/>
              </a:endParaRPr>
            </a:p>
          </p:txBody>
        </p:sp>
        <p:sp>
          <p:nvSpPr>
            <p:cNvPr id="135" name="TextBox 15">
              <a:extLst>
                <a:ext uri="{FF2B5EF4-FFF2-40B4-BE49-F238E27FC236}">
                  <a16:creationId xmlns:a16="http://schemas.microsoft.com/office/drawing/2014/main" id="{B171DEE7-9030-66D6-9D6E-1058A101100D}"/>
                </a:ext>
              </a:extLst>
            </p:cNvPr>
            <p:cNvSpPr txBox="1"/>
            <p:nvPr/>
          </p:nvSpPr>
          <p:spPr>
            <a:xfrm>
              <a:off x="0" y="-28575"/>
              <a:ext cx="1032754" cy="3507114"/>
            </a:xfrm>
            <a:prstGeom prst="rect">
              <a:avLst/>
            </a:prstGeom>
            <a:grpFill/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60"/>
                </a:lnSpc>
              </a:pPr>
              <a:endParaRPr>
                <a:latin typeface="TT Firs Neue" panose="020B0003030000020004" pitchFamily="34" charset="0"/>
              </a:endParaRPr>
            </a:p>
          </p:txBody>
        </p:sp>
      </p:grpSp>
      <p:sp>
        <p:nvSpPr>
          <p:cNvPr id="137" name="Freeform 9">
            <a:extLst>
              <a:ext uri="{FF2B5EF4-FFF2-40B4-BE49-F238E27FC236}">
                <a16:creationId xmlns:a16="http://schemas.microsoft.com/office/drawing/2014/main" id="{EAD56A01-EEDD-BE04-4FE0-ADF2E16C5A46}"/>
              </a:ext>
            </a:extLst>
          </p:cNvPr>
          <p:cNvSpPr/>
          <p:nvPr/>
        </p:nvSpPr>
        <p:spPr>
          <a:xfrm>
            <a:off x="8001000" y="2521257"/>
            <a:ext cx="4176541" cy="6203643"/>
          </a:xfrm>
          <a:custGeom>
            <a:avLst/>
            <a:gdLst/>
            <a:ahLst/>
            <a:cxnLst/>
            <a:rect l="l" t="t" r="r" b="b"/>
            <a:pathLst>
              <a:path w="4275074" h="6350000">
                <a:moveTo>
                  <a:pt x="4275074" y="0"/>
                </a:moveTo>
                <a:lnTo>
                  <a:pt x="2736723" y="6350000"/>
                </a:lnTo>
                <a:lnTo>
                  <a:pt x="0" y="6350000"/>
                </a:lnTo>
                <a:lnTo>
                  <a:pt x="1520444" y="0"/>
                </a:lnTo>
                <a:lnTo>
                  <a:pt x="4275074" y="0"/>
                </a:lnTo>
                <a:close/>
              </a:path>
            </a:pathLst>
          </a:custGeom>
          <a:blipFill dpi="0" rotWithShape="0">
            <a:blip r:embed="rId4"/>
            <a:srcRect/>
            <a:stretch>
              <a:fillRect l="-23034" t="779" r="-127715" b="-13601"/>
            </a:stretch>
          </a:blipFill>
        </p:spPr>
        <p:txBody>
          <a:bodyPr/>
          <a:lstStyle/>
          <a:p>
            <a:endParaRPr lang="en-US" dirty="0">
              <a:latin typeface="TT Firs Neue" panose="020B0003030000020004" pitchFamily="34" charset="0"/>
            </a:endParaRPr>
          </a:p>
        </p:txBody>
      </p:sp>
      <p:sp>
        <p:nvSpPr>
          <p:cNvPr id="139" name="Freeform 17">
            <a:extLst>
              <a:ext uri="{FF2B5EF4-FFF2-40B4-BE49-F238E27FC236}">
                <a16:creationId xmlns:a16="http://schemas.microsoft.com/office/drawing/2014/main" id="{E4D4BF2A-3446-B4C3-5B01-8EC8A18AD46B}"/>
              </a:ext>
            </a:extLst>
          </p:cNvPr>
          <p:cNvSpPr/>
          <p:nvPr/>
        </p:nvSpPr>
        <p:spPr>
          <a:xfrm>
            <a:off x="13730459" y="2575844"/>
            <a:ext cx="4176541" cy="6203643"/>
          </a:xfrm>
          <a:custGeom>
            <a:avLst/>
            <a:gdLst/>
            <a:ahLst/>
            <a:cxnLst/>
            <a:rect l="l" t="t" r="r" b="b"/>
            <a:pathLst>
              <a:path w="4275074" h="6350000">
                <a:moveTo>
                  <a:pt x="4275074" y="0"/>
                </a:moveTo>
                <a:lnTo>
                  <a:pt x="2736723" y="6350000"/>
                </a:lnTo>
                <a:lnTo>
                  <a:pt x="0" y="6350000"/>
                </a:lnTo>
                <a:lnTo>
                  <a:pt x="1520444" y="0"/>
                </a:lnTo>
                <a:lnTo>
                  <a:pt x="4275074" y="0"/>
                </a:lnTo>
                <a:close/>
              </a:path>
            </a:pathLst>
          </a:custGeom>
          <a:blipFill>
            <a:blip r:embed="rId4"/>
            <a:stretch>
              <a:fillRect l="-156720" r="5972" b="-13382"/>
            </a:stretch>
          </a:blipFill>
        </p:spPr>
        <p:txBody>
          <a:bodyPr/>
          <a:lstStyle/>
          <a:p>
            <a:endParaRPr lang="en-US" dirty="0">
              <a:latin typeface="TT Firs Neue" panose="020B0003030000020004" pitchFamily="34" charset="0"/>
            </a:endParaRPr>
          </a:p>
        </p:txBody>
      </p:sp>
      <p:sp>
        <p:nvSpPr>
          <p:cNvPr id="141" name="Freeform 19">
            <a:extLst>
              <a:ext uri="{FF2B5EF4-FFF2-40B4-BE49-F238E27FC236}">
                <a16:creationId xmlns:a16="http://schemas.microsoft.com/office/drawing/2014/main" id="{8016A76A-D54E-7F55-C2BE-A0F078D208D9}"/>
              </a:ext>
            </a:extLst>
          </p:cNvPr>
          <p:cNvSpPr/>
          <p:nvPr/>
        </p:nvSpPr>
        <p:spPr>
          <a:xfrm>
            <a:off x="10638240" y="3419390"/>
            <a:ext cx="4176541" cy="6203643"/>
          </a:xfrm>
          <a:custGeom>
            <a:avLst/>
            <a:gdLst/>
            <a:ahLst/>
            <a:cxnLst/>
            <a:rect l="l" t="t" r="r" b="b"/>
            <a:pathLst>
              <a:path w="4275074" h="6350000">
                <a:moveTo>
                  <a:pt x="4275074" y="0"/>
                </a:moveTo>
                <a:lnTo>
                  <a:pt x="2736723" y="6350000"/>
                </a:lnTo>
                <a:lnTo>
                  <a:pt x="0" y="6350000"/>
                </a:lnTo>
                <a:lnTo>
                  <a:pt x="1520444" y="0"/>
                </a:lnTo>
                <a:lnTo>
                  <a:pt x="4275074" y="0"/>
                </a:lnTo>
                <a:close/>
              </a:path>
            </a:pathLst>
          </a:custGeom>
          <a:blipFill>
            <a:blip r:embed="rId4"/>
            <a:stretch>
              <a:fillRect l="-85391" t="-13598" r="-65658" b="992"/>
            </a:stretch>
          </a:blipFill>
        </p:spPr>
        <p:txBody>
          <a:bodyPr/>
          <a:lstStyle/>
          <a:p>
            <a:endParaRPr lang="en-US" dirty="0">
              <a:latin typeface="TT Firs Neue" panose="020B0003030000020004" pitchFamily="34" charset="0"/>
            </a:endParaRPr>
          </a:p>
        </p:txBody>
      </p:sp>
      <p:sp>
        <p:nvSpPr>
          <p:cNvPr id="142" name="Freeform 22">
            <a:extLst>
              <a:ext uri="{FF2B5EF4-FFF2-40B4-BE49-F238E27FC236}">
                <a16:creationId xmlns:a16="http://schemas.microsoft.com/office/drawing/2014/main" id="{9635F4C5-C364-E913-9AB0-F06A454519D8}"/>
              </a:ext>
            </a:extLst>
          </p:cNvPr>
          <p:cNvSpPr/>
          <p:nvPr/>
        </p:nvSpPr>
        <p:spPr>
          <a:xfrm rot="900000">
            <a:off x="17244318" y="3163983"/>
            <a:ext cx="3413323" cy="7105126"/>
          </a:xfrm>
          <a:custGeom>
            <a:avLst/>
            <a:gdLst/>
            <a:ahLst/>
            <a:cxnLst/>
            <a:rect l="l" t="t" r="r" b="b"/>
            <a:pathLst>
              <a:path w="14426652" h="7105126">
                <a:moveTo>
                  <a:pt x="0" y="0"/>
                </a:moveTo>
                <a:lnTo>
                  <a:pt x="14426651" y="0"/>
                </a:lnTo>
                <a:lnTo>
                  <a:pt x="14426651" y="7105126"/>
                </a:lnTo>
                <a:lnTo>
                  <a:pt x="0" y="7105126"/>
                </a:lnTo>
                <a:lnTo>
                  <a:pt x="0" y="0"/>
                </a:lnTo>
                <a:close/>
              </a:path>
            </a:pathLst>
          </a:custGeom>
          <a:gradFill flip="none" rotWithShape="1">
            <a:gsLst>
              <a:gs pos="0">
                <a:srgbClr val="FFAD35"/>
              </a:gs>
              <a:gs pos="100000">
                <a:schemeClr val="accent1">
                  <a:lumMod val="30000"/>
                  <a:lumOff val="70000"/>
                </a:schemeClr>
              </a:gs>
            </a:gsLst>
            <a:lin ang="0" scaled="1"/>
            <a:tileRect/>
          </a:gradFill>
        </p:spPr>
        <p:txBody>
          <a:bodyPr/>
          <a:lstStyle/>
          <a:p>
            <a:endParaRPr lang="en-US" dirty="0">
              <a:latin typeface="TT Firs Neue" panose="020B00030300000200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9964753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5440D89-6779-980A-1434-C9AEC6F0186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0" name="Picture 59">
            <a:extLst>
              <a:ext uri="{FF2B5EF4-FFF2-40B4-BE49-F238E27FC236}">
                <a16:creationId xmlns:a16="http://schemas.microsoft.com/office/drawing/2014/main" id="{4530839C-B63D-4910-8D7B-993E034286A0}"/>
              </a:ext>
            </a:extLst>
          </p:cNvPr>
          <p:cNvPicPr>
            <a:picLocks noChangeAspect="1"/>
          </p:cNvPicPr>
          <p:nvPr/>
        </p:nvPicPr>
        <p:blipFill>
          <a:blip r:embed="rId3" cstate="screen"/>
          <a:stretch>
            <a:fillRect/>
          </a:stretch>
        </p:blipFill>
        <p:spPr>
          <a:xfrm>
            <a:off x="-152400" y="-223570"/>
            <a:ext cx="3048000" cy="1761882"/>
          </a:xfrm>
          <a:prstGeom prst="rect">
            <a:avLst/>
          </a:prstGeom>
        </p:spPr>
      </p:pic>
      <p:sp>
        <p:nvSpPr>
          <p:cNvPr id="61" name="TextBox 60">
            <a:extLst>
              <a:ext uri="{FF2B5EF4-FFF2-40B4-BE49-F238E27FC236}">
                <a16:creationId xmlns:a16="http://schemas.microsoft.com/office/drawing/2014/main" id="{B0196518-F3B0-8D65-945B-9231CC464D16}"/>
              </a:ext>
            </a:extLst>
          </p:cNvPr>
          <p:cNvSpPr txBox="1"/>
          <p:nvPr/>
        </p:nvSpPr>
        <p:spPr>
          <a:xfrm>
            <a:off x="2895600" y="245359"/>
            <a:ext cx="13330159" cy="93615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lvl="0">
              <a:lnSpc>
                <a:spcPts val="7335"/>
              </a:lnSpc>
            </a:pPr>
            <a:r>
              <a:rPr lang="en-US" sz="4000" b="1" spc="-72" dirty="0">
                <a:solidFill>
                  <a:srgbClr val="FF7501"/>
                </a:solidFill>
                <a:latin typeface="TT Firs Neue" panose="020B0003030000020004" pitchFamily="34" charset="0"/>
                <a:ea typeface="Cooper Hewitt Bold"/>
                <a:cs typeface="Cooper Hewitt Bold"/>
                <a:sym typeface="Cooper Hewitt Bold"/>
              </a:rPr>
              <a:t>Plan Fulfillment MP 2026 – BCP</a:t>
            </a:r>
            <a:endParaRPr lang="en-US" sz="4000" b="1" spc="-72" dirty="0">
              <a:solidFill>
                <a:srgbClr val="FF7501"/>
              </a:solidFill>
              <a:latin typeface="Trade Gothic Next Heavy" panose="020B0903040303020004" pitchFamily="34" charset="0"/>
              <a:ea typeface="Cooper Hewitt Bold"/>
              <a:cs typeface="Cooper Hewitt Bold"/>
              <a:sym typeface="Cooper Hewitt Bold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152400" y="2044126"/>
            <a:ext cx="647700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rgbClr val="FF7501"/>
                </a:solidFill>
              </a:rPr>
              <a:t>Manpower Plan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734800" y="2044126"/>
            <a:ext cx="373380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rgbClr val="FF7501"/>
                </a:solidFill>
              </a:rPr>
              <a:t>Fulfillment Progress</a:t>
            </a:r>
          </a:p>
        </p:txBody>
      </p:sp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06A883E3-AC3C-CCC8-7DEA-53FC6F8078D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39355012"/>
              </p:ext>
            </p:extLst>
          </p:nvPr>
        </p:nvGraphicFramePr>
        <p:xfrm>
          <a:off x="179614" y="2933700"/>
          <a:ext cx="10335986" cy="644433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174671">
                  <a:extLst>
                    <a:ext uri="{9D8B030D-6E8A-4147-A177-3AD203B41FA5}">
                      <a16:colId xmlns:a16="http://schemas.microsoft.com/office/drawing/2014/main" val="73910562"/>
                    </a:ext>
                  </a:extLst>
                </a:gridCol>
                <a:gridCol w="1295400">
                  <a:extLst>
                    <a:ext uri="{9D8B030D-6E8A-4147-A177-3AD203B41FA5}">
                      <a16:colId xmlns:a16="http://schemas.microsoft.com/office/drawing/2014/main" val="350356184"/>
                    </a:ext>
                  </a:extLst>
                </a:gridCol>
                <a:gridCol w="1143000">
                  <a:extLst>
                    <a:ext uri="{9D8B030D-6E8A-4147-A177-3AD203B41FA5}">
                      <a16:colId xmlns:a16="http://schemas.microsoft.com/office/drawing/2014/main" val="122338166"/>
                    </a:ext>
                  </a:extLst>
                </a:gridCol>
                <a:gridCol w="1295400">
                  <a:extLst>
                    <a:ext uri="{9D8B030D-6E8A-4147-A177-3AD203B41FA5}">
                      <a16:colId xmlns:a16="http://schemas.microsoft.com/office/drawing/2014/main" val="2636474016"/>
                    </a:ext>
                  </a:extLst>
                </a:gridCol>
                <a:gridCol w="1219200">
                  <a:extLst>
                    <a:ext uri="{9D8B030D-6E8A-4147-A177-3AD203B41FA5}">
                      <a16:colId xmlns:a16="http://schemas.microsoft.com/office/drawing/2014/main" val="3822958118"/>
                    </a:ext>
                  </a:extLst>
                </a:gridCol>
                <a:gridCol w="1208315">
                  <a:extLst>
                    <a:ext uri="{9D8B030D-6E8A-4147-A177-3AD203B41FA5}">
                      <a16:colId xmlns:a16="http://schemas.microsoft.com/office/drawing/2014/main" val="2874381739"/>
                    </a:ext>
                  </a:extLst>
                </a:gridCol>
              </a:tblGrid>
              <a:tr h="609600">
                <a:tc>
                  <a:txBody>
                    <a:bodyPr/>
                    <a:lstStyle/>
                    <a:p>
                      <a:pPr algn="ctr"/>
                      <a:r>
                        <a:rPr lang="en-US" sz="1600" dirty="0" err="1">
                          <a:latin typeface="TT Firs Neue" panose="020B0003030000020004"/>
                        </a:rPr>
                        <a:t>Departement</a:t>
                      </a:r>
                      <a:endParaRPr lang="en-US" sz="1600" dirty="0">
                        <a:latin typeface="TT Firs Neue" panose="020B0003030000020004"/>
                      </a:endParaRPr>
                    </a:p>
                  </a:txBody>
                  <a:tcPr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680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dirty="0">
                          <a:latin typeface="TT Firs Neue" panose="020B0003030000020004"/>
                        </a:rPr>
                        <a:t>MPP</a:t>
                      </a:r>
                    </a:p>
                  </a:txBody>
                  <a:tcPr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680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dirty="0">
                          <a:latin typeface="TT Firs Neue" panose="020B0003030000020004"/>
                        </a:rPr>
                        <a:t>Actual</a:t>
                      </a:r>
                    </a:p>
                  </a:txBody>
                  <a:tcPr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680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dirty="0">
                          <a:latin typeface="TT Firs Neue" panose="020B0003030000020004"/>
                        </a:rPr>
                        <a:t>Dev</a:t>
                      </a:r>
                    </a:p>
                  </a:txBody>
                  <a:tcPr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680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dirty="0">
                          <a:latin typeface="TT Firs Neue" panose="020B0003030000020004"/>
                        </a:rPr>
                        <a:t>ADP</a:t>
                      </a:r>
                    </a:p>
                  </a:txBody>
                  <a:tcPr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680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dirty="0">
                          <a:latin typeface="TT Firs Neue" panose="020B0003030000020004"/>
                        </a:rPr>
                        <a:t>EXT</a:t>
                      </a:r>
                    </a:p>
                  </a:txBody>
                  <a:tcPr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680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82292918"/>
                  </a:ext>
                </a:extLst>
              </a:tr>
              <a:tr h="468087">
                <a:tc>
                  <a:txBody>
                    <a:bodyPr/>
                    <a:lstStyle/>
                    <a:p>
                      <a:r>
                        <a:rPr lang="en-US" dirty="0"/>
                        <a:t>{{A}}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{{MPP_A}}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{{ACT_A}}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{{DEV_A}}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{{ADP_A}}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{{EXT_A}}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662413333"/>
                  </a:ext>
                </a:extLst>
              </a:tr>
              <a:tr h="533400">
                <a:tc>
                  <a:txBody>
                    <a:bodyPr/>
                    <a:lstStyle/>
                    <a:p>
                      <a:r>
                        <a:rPr lang="en-US" dirty="0"/>
                        <a:t>{{B}}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{{MPP_B}}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{{ACT_B}}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{{DEV_B}}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{{ADP_B}}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{{EXT_B}}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53775361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r>
                        <a:rPr lang="en-US" dirty="0"/>
                        <a:t>{{C}}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{{MPP_C}}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{{ACT_C}}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{{DEV_C}}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{{ADP_C}}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{{EXT_C}}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013213267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r>
                        <a:rPr lang="en-US" dirty="0"/>
                        <a:t>{{D}}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{{MPP_D}}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{{ACT_D}}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{{DEV_D}}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{{ADP_D}}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{{EXT_D}}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141962881"/>
                  </a:ext>
                </a:extLst>
              </a:tr>
              <a:tr h="489856">
                <a:tc>
                  <a:txBody>
                    <a:bodyPr/>
                    <a:lstStyle/>
                    <a:p>
                      <a:r>
                        <a:rPr lang="en-US" dirty="0"/>
                        <a:t>{{E}}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{{MPP_E}}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{{ACT_E}}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{{DEV_E}}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{{ADP_E}}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{{EXT_E}}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260629303"/>
                  </a:ext>
                </a:extLst>
              </a:tr>
              <a:tr h="489856">
                <a:tc>
                  <a:txBody>
                    <a:bodyPr/>
                    <a:lstStyle/>
                    <a:p>
                      <a:r>
                        <a:rPr lang="en-US" dirty="0"/>
                        <a:t>{{F}}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{{MPP_F}}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{{ACT_F}}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{{DEV_F}}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{{ADP_F}}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{{EXT_F}}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380510905"/>
                  </a:ext>
                </a:extLst>
              </a:tr>
              <a:tr h="489856">
                <a:tc>
                  <a:txBody>
                    <a:bodyPr/>
                    <a:lstStyle/>
                    <a:p>
                      <a:r>
                        <a:rPr lang="en-US" dirty="0"/>
                        <a:t>{{G}}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{{MPP_G}}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{{ACT_G}}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{{DEV_G}}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{{ADP_G}}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{{EXT_G}}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447019494"/>
                  </a:ext>
                </a:extLst>
              </a:tr>
              <a:tr h="489856">
                <a:tc>
                  <a:txBody>
                    <a:bodyPr/>
                    <a:lstStyle/>
                    <a:p>
                      <a:r>
                        <a:rPr lang="en-US" dirty="0"/>
                        <a:t>{{H}}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{{MPP_H}}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{{ACT_H}}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{{DEV_H}}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{{ADP_H}}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{{EXT_H}}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072080408"/>
                  </a:ext>
                </a:extLst>
              </a:tr>
              <a:tr h="489856">
                <a:tc>
                  <a:txBody>
                    <a:bodyPr/>
                    <a:lstStyle/>
                    <a:p>
                      <a:r>
                        <a:rPr lang="en-US" dirty="0"/>
                        <a:t>{{I}}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{{MPP_I}}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{{ACT_I}}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{{DEV_I}}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{{ADP_I}}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{{EXT_I}}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087215315"/>
                  </a:ext>
                </a:extLst>
              </a:tr>
              <a:tr h="489856">
                <a:tc>
                  <a:txBody>
                    <a:bodyPr/>
                    <a:lstStyle/>
                    <a:p>
                      <a:r>
                        <a:rPr lang="en-US" dirty="0"/>
                        <a:t>{{J}}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{{MPP_J}}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{{ACT_J}}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{{DEV_J}}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{{ADP_J}}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{{EXT_J}}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011568881"/>
                  </a:ext>
                </a:extLst>
              </a:tr>
              <a:tr h="489856">
                <a:tc>
                  <a:txBody>
                    <a:bodyPr/>
                    <a:lstStyle/>
                    <a:p>
                      <a:r>
                        <a:rPr lang="en-US" dirty="0"/>
                        <a:t>{{K}}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{{MPP_K}}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{{ACT_K}}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{{DEV_K}}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{{ADP_K}}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{{EXT_K}}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449023683"/>
                  </a:ext>
                </a:extLst>
              </a:tr>
              <a:tr h="489856">
                <a:tc>
                  <a:txBody>
                    <a:bodyPr/>
                    <a:lstStyle/>
                    <a:p>
                      <a:r>
                        <a:rPr lang="en-US" dirty="0"/>
                        <a:t>{{L}}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{{MPP_L}}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{{ACT_L}}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{{DEV_L}}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{{ADP_L}}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{{EXT_L}}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856619760"/>
                  </a:ext>
                </a:extLst>
              </a:tr>
            </a:tbl>
          </a:graphicData>
        </a:graphic>
      </p:graphicFrame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99E232AC-27D2-EE7D-5DBB-69DBFE11082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800029247"/>
              </p:ext>
            </p:extLst>
          </p:nvPr>
        </p:nvGraphicFramePr>
        <p:xfrm>
          <a:off x="11065326" y="2933700"/>
          <a:ext cx="6308274" cy="644433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95400">
                  <a:extLst>
                    <a:ext uri="{9D8B030D-6E8A-4147-A177-3AD203B41FA5}">
                      <a16:colId xmlns:a16="http://schemas.microsoft.com/office/drawing/2014/main" val="350356184"/>
                    </a:ext>
                  </a:extLst>
                </a:gridCol>
                <a:gridCol w="1143000">
                  <a:extLst>
                    <a:ext uri="{9D8B030D-6E8A-4147-A177-3AD203B41FA5}">
                      <a16:colId xmlns:a16="http://schemas.microsoft.com/office/drawing/2014/main" val="122338166"/>
                    </a:ext>
                  </a:extLst>
                </a:gridCol>
                <a:gridCol w="1295400">
                  <a:extLst>
                    <a:ext uri="{9D8B030D-6E8A-4147-A177-3AD203B41FA5}">
                      <a16:colId xmlns:a16="http://schemas.microsoft.com/office/drawing/2014/main" val="2636474016"/>
                    </a:ext>
                  </a:extLst>
                </a:gridCol>
                <a:gridCol w="1219200">
                  <a:extLst>
                    <a:ext uri="{9D8B030D-6E8A-4147-A177-3AD203B41FA5}">
                      <a16:colId xmlns:a16="http://schemas.microsoft.com/office/drawing/2014/main" val="3822958118"/>
                    </a:ext>
                  </a:extLst>
                </a:gridCol>
                <a:gridCol w="1355274">
                  <a:extLst>
                    <a:ext uri="{9D8B030D-6E8A-4147-A177-3AD203B41FA5}">
                      <a16:colId xmlns:a16="http://schemas.microsoft.com/office/drawing/2014/main" val="2874381739"/>
                    </a:ext>
                  </a:extLst>
                </a:gridCol>
              </a:tblGrid>
              <a:tr h="609600">
                <a:tc>
                  <a:txBody>
                    <a:bodyPr/>
                    <a:lstStyle/>
                    <a:p>
                      <a:pPr algn="ctr"/>
                      <a:r>
                        <a:rPr lang="en-US" sz="1600" dirty="0">
                          <a:latin typeface="TT Firs Neue" panose="020B0003030000020004"/>
                        </a:rPr>
                        <a:t>Interview</a:t>
                      </a:r>
                    </a:p>
                  </a:txBody>
                  <a:tcPr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680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dirty="0" err="1">
                          <a:latin typeface="TT Firs Neue" panose="020B0003030000020004"/>
                        </a:rPr>
                        <a:t>Psychotest</a:t>
                      </a:r>
                      <a:endParaRPr lang="en-US" sz="1600" dirty="0">
                        <a:latin typeface="TT Firs Neue" panose="020B0003030000020004"/>
                      </a:endParaRPr>
                    </a:p>
                  </a:txBody>
                  <a:tcPr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680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dirty="0">
                          <a:latin typeface="TT Firs Neue" panose="020B0003030000020004"/>
                        </a:rPr>
                        <a:t>Offering</a:t>
                      </a:r>
                    </a:p>
                  </a:txBody>
                  <a:tcPr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680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dirty="0">
                          <a:latin typeface="TT Firs Neue" panose="020B0003030000020004"/>
                        </a:rPr>
                        <a:t>MCU</a:t>
                      </a:r>
                    </a:p>
                  </a:txBody>
                  <a:tcPr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680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dirty="0">
                          <a:latin typeface="TT Firs Neue" panose="020B0003030000020004"/>
                        </a:rPr>
                        <a:t>Est Dev</a:t>
                      </a:r>
                    </a:p>
                  </a:txBody>
                  <a:tcPr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680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82292918"/>
                  </a:ext>
                </a:extLst>
              </a:tr>
              <a:tr h="468087">
                <a:tc>
                  <a:txBody>
                    <a:bodyPr/>
                    <a:lstStyle/>
                    <a:p>
                      <a:r>
                        <a:rPr lang="en-US" dirty="0"/>
                        <a:t>{{</a:t>
                      </a:r>
                      <a:r>
                        <a:rPr lang="en-US" dirty="0" err="1"/>
                        <a:t>int_A</a:t>
                      </a:r>
                      <a:r>
                        <a:rPr lang="en-US" dirty="0"/>
                        <a:t>}}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{{</a:t>
                      </a:r>
                      <a:r>
                        <a:rPr lang="en-US" dirty="0" err="1"/>
                        <a:t>psy_A</a:t>
                      </a:r>
                      <a:r>
                        <a:rPr lang="en-US" dirty="0"/>
                        <a:t>}}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{{</a:t>
                      </a:r>
                      <a:r>
                        <a:rPr lang="en-US" dirty="0" err="1"/>
                        <a:t>ofe_A</a:t>
                      </a:r>
                      <a:r>
                        <a:rPr lang="en-US" dirty="0"/>
                        <a:t>}}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{{</a:t>
                      </a:r>
                      <a:r>
                        <a:rPr lang="en-US" dirty="0" err="1"/>
                        <a:t>mcu_A</a:t>
                      </a:r>
                      <a:r>
                        <a:rPr lang="en-US" dirty="0"/>
                        <a:t>}}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{{</a:t>
                      </a:r>
                      <a:r>
                        <a:rPr lang="en-US" dirty="0" err="1"/>
                        <a:t>devf_A</a:t>
                      </a:r>
                      <a:r>
                        <a:rPr lang="en-US" dirty="0"/>
                        <a:t>}}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662413333"/>
                  </a:ext>
                </a:extLst>
              </a:tr>
              <a:tr h="533400">
                <a:tc>
                  <a:txBody>
                    <a:bodyPr/>
                    <a:lstStyle/>
                    <a:p>
                      <a:r>
                        <a:rPr lang="en-US" dirty="0"/>
                        <a:t>{{</a:t>
                      </a:r>
                      <a:r>
                        <a:rPr lang="en-US" dirty="0" err="1"/>
                        <a:t>int_B</a:t>
                      </a:r>
                      <a:r>
                        <a:rPr lang="en-US" dirty="0"/>
                        <a:t>}}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{{</a:t>
                      </a:r>
                      <a:r>
                        <a:rPr lang="en-US" dirty="0" err="1"/>
                        <a:t>psy_B</a:t>
                      </a:r>
                      <a:r>
                        <a:rPr lang="en-US" dirty="0"/>
                        <a:t>}}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{{</a:t>
                      </a:r>
                      <a:r>
                        <a:rPr lang="en-US" dirty="0" err="1"/>
                        <a:t>ofe_B</a:t>
                      </a:r>
                      <a:r>
                        <a:rPr lang="en-US" dirty="0"/>
                        <a:t>}}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{{</a:t>
                      </a:r>
                      <a:r>
                        <a:rPr lang="en-US" dirty="0" err="1"/>
                        <a:t>mcu_B</a:t>
                      </a:r>
                      <a:r>
                        <a:rPr lang="en-US" dirty="0"/>
                        <a:t>}}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{{</a:t>
                      </a:r>
                      <a:r>
                        <a:rPr lang="en-US" dirty="0" err="1"/>
                        <a:t>devf_B</a:t>
                      </a:r>
                      <a:r>
                        <a:rPr lang="en-US" dirty="0"/>
                        <a:t>}}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53775361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r>
                        <a:rPr lang="en-US" dirty="0"/>
                        <a:t>{{</a:t>
                      </a:r>
                      <a:r>
                        <a:rPr lang="en-US" dirty="0" err="1"/>
                        <a:t>int_C</a:t>
                      </a:r>
                      <a:r>
                        <a:rPr lang="en-US" dirty="0"/>
                        <a:t>}}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{{</a:t>
                      </a:r>
                      <a:r>
                        <a:rPr lang="en-US" dirty="0" err="1"/>
                        <a:t>psy_C</a:t>
                      </a:r>
                      <a:r>
                        <a:rPr lang="en-US" dirty="0"/>
                        <a:t>}}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{{</a:t>
                      </a:r>
                      <a:r>
                        <a:rPr lang="en-US" dirty="0" err="1"/>
                        <a:t>ofe_C</a:t>
                      </a:r>
                      <a:r>
                        <a:rPr lang="en-US" dirty="0"/>
                        <a:t>}}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{{</a:t>
                      </a:r>
                      <a:r>
                        <a:rPr lang="en-US" dirty="0" err="1"/>
                        <a:t>mcu_C</a:t>
                      </a:r>
                      <a:r>
                        <a:rPr lang="en-US" dirty="0"/>
                        <a:t>}}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{{</a:t>
                      </a:r>
                      <a:r>
                        <a:rPr lang="en-US" dirty="0" err="1"/>
                        <a:t>devf_C</a:t>
                      </a:r>
                      <a:r>
                        <a:rPr lang="en-US" dirty="0"/>
                        <a:t>}}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013213267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r>
                        <a:rPr lang="en-US" dirty="0"/>
                        <a:t>{{</a:t>
                      </a:r>
                      <a:r>
                        <a:rPr lang="en-US" dirty="0" err="1"/>
                        <a:t>int_D</a:t>
                      </a:r>
                      <a:r>
                        <a:rPr lang="en-US" dirty="0"/>
                        <a:t>}}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{{</a:t>
                      </a:r>
                      <a:r>
                        <a:rPr lang="en-US" dirty="0" err="1"/>
                        <a:t>psy_D</a:t>
                      </a:r>
                      <a:r>
                        <a:rPr lang="en-US" dirty="0"/>
                        <a:t>}}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{{</a:t>
                      </a:r>
                      <a:r>
                        <a:rPr lang="en-US" dirty="0" err="1"/>
                        <a:t>ofe_D</a:t>
                      </a:r>
                      <a:r>
                        <a:rPr lang="en-US" dirty="0"/>
                        <a:t>}}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{{</a:t>
                      </a:r>
                      <a:r>
                        <a:rPr lang="en-US" dirty="0" err="1"/>
                        <a:t>mcu_D</a:t>
                      </a:r>
                      <a:r>
                        <a:rPr lang="en-US" dirty="0"/>
                        <a:t>}}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{{</a:t>
                      </a:r>
                      <a:r>
                        <a:rPr lang="en-US" dirty="0" err="1"/>
                        <a:t>devf_D</a:t>
                      </a:r>
                      <a:r>
                        <a:rPr lang="en-US" dirty="0"/>
                        <a:t>}}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141962881"/>
                  </a:ext>
                </a:extLst>
              </a:tr>
              <a:tr h="489856">
                <a:tc>
                  <a:txBody>
                    <a:bodyPr/>
                    <a:lstStyle/>
                    <a:p>
                      <a:r>
                        <a:rPr lang="en-US" dirty="0"/>
                        <a:t>{{</a:t>
                      </a:r>
                      <a:r>
                        <a:rPr lang="en-US" dirty="0" err="1"/>
                        <a:t>int_E</a:t>
                      </a:r>
                      <a:r>
                        <a:rPr lang="en-US" dirty="0"/>
                        <a:t>}}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{{</a:t>
                      </a:r>
                      <a:r>
                        <a:rPr lang="en-US" dirty="0" err="1"/>
                        <a:t>psy_E</a:t>
                      </a:r>
                      <a:r>
                        <a:rPr lang="en-US" dirty="0"/>
                        <a:t>}}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{{</a:t>
                      </a:r>
                      <a:r>
                        <a:rPr lang="en-US" dirty="0" err="1"/>
                        <a:t>ofe_E</a:t>
                      </a:r>
                      <a:r>
                        <a:rPr lang="en-US" dirty="0"/>
                        <a:t>}}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{{</a:t>
                      </a:r>
                      <a:r>
                        <a:rPr lang="en-US" dirty="0" err="1"/>
                        <a:t>mcu_E</a:t>
                      </a:r>
                      <a:r>
                        <a:rPr lang="en-US" dirty="0"/>
                        <a:t>}}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{{</a:t>
                      </a:r>
                      <a:r>
                        <a:rPr lang="en-US" dirty="0" err="1"/>
                        <a:t>devf_E</a:t>
                      </a:r>
                      <a:r>
                        <a:rPr lang="en-US" dirty="0"/>
                        <a:t>}}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260629303"/>
                  </a:ext>
                </a:extLst>
              </a:tr>
              <a:tr h="489856">
                <a:tc>
                  <a:txBody>
                    <a:bodyPr/>
                    <a:lstStyle/>
                    <a:p>
                      <a:r>
                        <a:rPr lang="en-US" dirty="0"/>
                        <a:t>{{</a:t>
                      </a:r>
                      <a:r>
                        <a:rPr lang="en-US" dirty="0" err="1"/>
                        <a:t>int_F</a:t>
                      </a:r>
                      <a:r>
                        <a:rPr lang="en-US" dirty="0"/>
                        <a:t>}}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{{</a:t>
                      </a:r>
                      <a:r>
                        <a:rPr lang="en-US" dirty="0" err="1"/>
                        <a:t>psy_F</a:t>
                      </a:r>
                      <a:r>
                        <a:rPr lang="en-US" dirty="0"/>
                        <a:t>}}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{{</a:t>
                      </a:r>
                      <a:r>
                        <a:rPr lang="en-US" dirty="0" err="1"/>
                        <a:t>ofe_F</a:t>
                      </a:r>
                      <a:r>
                        <a:rPr lang="en-US" dirty="0"/>
                        <a:t>}}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{{</a:t>
                      </a:r>
                      <a:r>
                        <a:rPr lang="en-US" dirty="0" err="1"/>
                        <a:t>mcu_F</a:t>
                      </a:r>
                      <a:r>
                        <a:rPr lang="en-US" dirty="0"/>
                        <a:t>}}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{{</a:t>
                      </a:r>
                      <a:r>
                        <a:rPr lang="en-US" dirty="0" err="1"/>
                        <a:t>devf_F</a:t>
                      </a:r>
                      <a:r>
                        <a:rPr lang="en-US" dirty="0"/>
                        <a:t>}}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380510905"/>
                  </a:ext>
                </a:extLst>
              </a:tr>
              <a:tr h="489856">
                <a:tc>
                  <a:txBody>
                    <a:bodyPr/>
                    <a:lstStyle/>
                    <a:p>
                      <a:r>
                        <a:rPr lang="en-US" dirty="0"/>
                        <a:t>{{</a:t>
                      </a:r>
                      <a:r>
                        <a:rPr lang="en-US" dirty="0" err="1"/>
                        <a:t>int_G</a:t>
                      </a:r>
                      <a:r>
                        <a:rPr lang="en-US" dirty="0"/>
                        <a:t>}}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{{</a:t>
                      </a:r>
                      <a:r>
                        <a:rPr lang="en-US" dirty="0" err="1"/>
                        <a:t>psy_G</a:t>
                      </a:r>
                      <a:r>
                        <a:rPr lang="en-US" dirty="0"/>
                        <a:t>}}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{{</a:t>
                      </a:r>
                      <a:r>
                        <a:rPr lang="en-US" dirty="0" err="1"/>
                        <a:t>ofe_G</a:t>
                      </a:r>
                      <a:r>
                        <a:rPr lang="en-US" dirty="0"/>
                        <a:t>}}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{{</a:t>
                      </a:r>
                      <a:r>
                        <a:rPr lang="en-US" dirty="0" err="1"/>
                        <a:t>mcu_G</a:t>
                      </a:r>
                      <a:r>
                        <a:rPr lang="en-US" dirty="0"/>
                        <a:t>}}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{{</a:t>
                      </a:r>
                      <a:r>
                        <a:rPr lang="en-US" dirty="0" err="1"/>
                        <a:t>devf_G</a:t>
                      </a:r>
                      <a:r>
                        <a:rPr lang="en-US" dirty="0"/>
                        <a:t>}}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447019494"/>
                  </a:ext>
                </a:extLst>
              </a:tr>
              <a:tr h="489856">
                <a:tc>
                  <a:txBody>
                    <a:bodyPr/>
                    <a:lstStyle/>
                    <a:p>
                      <a:r>
                        <a:rPr lang="en-US" dirty="0"/>
                        <a:t>{{</a:t>
                      </a:r>
                      <a:r>
                        <a:rPr lang="en-US" dirty="0" err="1"/>
                        <a:t>int_H</a:t>
                      </a:r>
                      <a:r>
                        <a:rPr lang="en-US" dirty="0"/>
                        <a:t>}}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{{</a:t>
                      </a:r>
                      <a:r>
                        <a:rPr lang="en-US" dirty="0" err="1"/>
                        <a:t>psy_H</a:t>
                      </a:r>
                      <a:r>
                        <a:rPr lang="en-US" dirty="0"/>
                        <a:t>}}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{{</a:t>
                      </a:r>
                      <a:r>
                        <a:rPr lang="en-US" dirty="0" err="1"/>
                        <a:t>ofe_H</a:t>
                      </a:r>
                      <a:r>
                        <a:rPr lang="en-US" dirty="0"/>
                        <a:t>}}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{{</a:t>
                      </a:r>
                      <a:r>
                        <a:rPr lang="en-US" dirty="0" err="1"/>
                        <a:t>mcu_H</a:t>
                      </a:r>
                      <a:r>
                        <a:rPr lang="en-US" dirty="0"/>
                        <a:t>}}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{{</a:t>
                      </a:r>
                      <a:r>
                        <a:rPr lang="en-US" dirty="0" err="1"/>
                        <a:t>devf_H</a:t>
                      </a:r>
                      <a:r>
                        <a:rPr lang="en-US" dirty="0"/>
                        <a:t>}}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072080408"/>
                  </a:ext>
                </a:extLst>
              </a:tr>
              <a:tr h="489856">
                <a:tc>
                  <a:txBody>
                    <a:bodyPr/>
                    <a:lstStyle/>
                    <a:p>
                      <a:r>
                        <a:rPr lang="en-US" dirty="0"/>
                        <a:t>{{</a:t>
                      </a:r>
                      <a:r>
                        <a:rPr lang="en-US" dirty="0" err="1"/>
                        <a:t>int_I</a:t>
                      </a:r>
                      <a:r>
                        <a:rPr lang="en-US" dirty="0"/>
                        <a:t>}}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{{</a:t>
                      </a:r>
                      <a:r>
                        <a:rPr lang="en-US" dirty="0" err="1"/>
                        <a:t>psy_I</a:t>
                      </a:r>
                      <a:r>
                        <a:rPr lang="en-US" dirty="0"/>
                        <a:t>}}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{{</a:t>
                      </a:r>
                      <a:r>
                        <a:rPr lang="en-US" dirty="0" err="1"/>
                        <a:t>ofe_I</a:t>
                      </a:r>
                      <a:r>
                        <a:rPr lang="en-US" dirty="0"/>
                        <a:t>}}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{{</a:t>
                      </a:r>
                      <a:r>
                        <a:rPr lang="en-US" dirty="0" err="1"/>
                        <a:t>mcu_I</a:t>
                      </a:r>
                      <a:r>
                        <a:rPr lang="en-US" dirty="0"/>
                        <a:t>}}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{{</a:t>
                      </a:r>
                      <a:r>
                        <a:rPr lang="en-US" dirty="0" err="1"/>
                        <a:t>devf_I</a:t>
                      </a:r>
                      <a:r>
                        <a:rPr lang="en-US" dirty="0"/>
                        <a:t>}}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087215315"/>
                  </a:ext>
                </a:extLst>
              </a:tr>
              <a:tr h="489856">
                <a:tc>
                  <a:txBody>
                    <a:bodyPr/>
                    <a:lstStyle/>
                    <a:p>
                      <a:r>
                        <a:rPr lang="en-US" dirty="0"/>
                        <a:t>{{</a:t>
                      </a:r>
                      <a:r>
                        <a:rPr lang="en-US" dirty="0" err="1"/>
                        <a:t>int_J</a:t>
                      </a:r>
                      <a:r>
                        <a:rPr lang="en-US" dirty="0"/>
                        <a:t>}}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{{</a:t>
                      </a:r>
                      <a:r>
                        <a:rPr lang="en-US" dirty="0" err="1"/>
                        <a:t>psy_J</a:t>
                      </a:r>
                      <a:r>
                        <a:rPr lang="en-US" dirty="0"/>
                        <a:t>}}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{{</a:t>
                      </a:r>
                      <a:r>
                        <a:rPr lang="en-US" dirty="0" err="1"/>
                        <a:t>ofe_J</a:t>
                      </a:r>
                      <a:r>
                        <a:rPr lang="en-US" dirty="0"/>
                        <a:t>}}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{{</a:t>
                      </a:r>
                      <a:r>
                        <a:rPr lang="en-US" dirty="0" err="1"/>
                        <a:t>mcu_J</a:t>
                      </a:r>
                      <a:r>
                        <a:rPr lang="en-US" dirty="0"/>
                        <a:t>}}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{{</a:t>
                      </a:r>
                      <a:r>
                        <a:rPr lang="en-US" dirty="0" err="1"/>
                        <a:t>devf_J</a:t>
                      </a:r>
                      <a:r>
                        <a:rPr lang="en-US" dirty="0"/>
                        <a:t>}}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011568881"/>
                  </a:ext>
                </a:extLst>
              </a:tr>
              <a:tr h="489856">
                <a:tc>
                  <a:txBody>
                    <a:bodyPr/>
                    <a:lstStyle/>
                    <a:p>
                      <a:r>
                        <a:rPr lang="en-US" dirty="0"/>
                        <a:t>{{</a:t>
                      </a:r>
                      <a:r>
                        <a:rPr lang="en-US" dirty="0" err="1"/>
                        <a:t>int_K</a:t>
                      </a:r>
                      <a:r>
                        <a:rPr lang="en-US" dirty="0"/>
                        <a:t>}}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{{</a:t>
                      </a:r>
                      <a:r>
                        <a:rPr lang="en-US" dirty="0" err="1"/>
                        <a:t>psy_K</a:t>
                      </a:r>
                      <a:r>
                        <a:rPr lang="en-US" dirty="0"/>
                        <a:t>}}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{{</a:t>
                      </a:r>
                      <a:r>
                        <a:rPr lang="en-US" dirty="0" err="1"/>
                        <a:t>ofe_K</a:t>
                      </a:r>
                      <a:r>
                        <a:rPr lang="en-US" dirty="0"/>
                        <a:t>}}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{{</a:t>
                      </a:r>
                      <a:r>
                        <a:rPr lang="en-US" dirty="0" err="1"/>
                        <a:t>mcu_K</a:t>
                      </a:r>
                      <a:r>
                        <a:rPr lang="en-US" dirty="0"/>
                        <a:t>}}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{{</a:t>
                      </a:r>
                      <a:r>
                        <a:rPr lang="en-US" dirty="0" err="1"/>
                        <a:t>devf_K</a:t>
                      </a:r>
                      <a:r>
                        <a:rPr lang="en-US" dirty="0"/>
                        <a:t>}}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860483314"/>
                  </a:ext>
                </a:extLst>
              </a:tr>
              <a:tr h="489856">
                <a:tc>
                  <a:txBody>
                    <a:bodyPr/>
                    <a:lstStyle/>
                    <a:p>
                      <a:r>
                        <a:rPr lang="en-US" dirty="0"/>
                        <a:t>{{</a:t>
                      </a:r>
                      <a:r>
                        <a:rPr lang="en-US" dirty="0" err="1"/>
                        <a:t>int_L</a:t>
                      </a:r>
                      <a:r>
                        <a:rPr lang="en-US" dirty="0"/>
                        <a:t>}}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{{</a:t>
                      </a:r>
                      <a:r>
                        <a:rPr lang="en-US" dirty="0" err="1"/>
                        <a:t>psy_L</a:t>
                      </a:r>
                      <a:r>
                        <a:rPr lang="en-US" dirty="0"/>
                        <a:t>}}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{{</a:t>
                      </a:r>
                      <a:r>
                        <a:rPr lang="en-US" dirty="0" err="1"/>
                        <a:t>ofe_L</a:t>
                      </a:r>
                      <a:r>
                        <a:rPr lang="en-US" dirty="0"/>
                        <a:t>}}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{{</a:t>
                      </a:r>
                      <a:r>
                        <a:rPr lang="en-US" dirty="0" err="1"/>
                        <a:t>mcu_L</a:t>
                      </a:r>
                      <a:r>
                        <a:rPr lang="en-US" dirty="0"/>
                        <a:t>}}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{{</a:t>
                      </a:r>
                      <a:r>
                        <a:rPr lang="en-US" dirty="0" err="1"/>
                        <a:t>devf_L</a:t>
                      </a:r>
                      <a:r>
                        <a:rPr lang="en-US" dirty="0"/>
                        <a:t>}}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836041743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25234449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5440D89-6779-980A-1434-C9AEC6F0186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0" name="Picture 59">
            <a:extLst>
              <a:ext uri="{FF2B5EF4-FFF2-40B4-BE49-F238E27FC236}">
                <a16:creationId xmlns:a16="http://schemas.microsoft.com/office/drawing/2014/main" id="{4530839C-B63D-4910-8D7B-993E034286A0}"/>
              </a:ext>
            </a:extLst>
          </p:cNvPr>
          <p:cNvPicPr>
            <a:picLocks noChangeAspect="1"/>
          </p:cNvPicPr>
          <p:nvPr/>
        </p:nvPicPr>
        <p:blipFill>
          <a:blip r:embed="rId3" cstate="screen"/>
          <a:stretch>
            <a:fillRect/>
          </a:stretch>
        </p:blipFill>
        <p:spPr>
          <a:xfrm>
            <a:off x="-152400" y="-223570"/>
            <a:ext cx="3048000" cy="1761882"/>
          </a:xfrm>
          <a:prstGeom prst="rect">
            <a:avLst/>
          </a:prstGeom>
        </p:spPr>
      </p:pic>
      <p:sp>
        <p:nvSpPr>
          <p:cNvPr id="61" name="TextBox 60">
            <a:extLst>
              <a:ext uri="{FF2B5EF4-FFF2-40B4-BE49-F238E27FC236}">
                <a16:creationId xmlns:a16="http://schemas.microsoft.com/office/drawing/2014/main" id="{B0196518-F3B0-8D65-945B-9231CC464D16}"/>
              </a:ext>
            </a:extLst>
          </p:cNvPr>
          <p:cNvSpPr txBox="1"/>
          <p:nvPr/>
        </p:nvSpPr>
        <p:spPr>
          <a:xfrm>
            <a:off x="2895600" y="245359"/>
            <a:ext cx="13330159" cy="93615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lvl="0">
              <a:lnSpc>
                <a:spcPts val="7335"/>
              </a:lnSpc>
            </a:pPr>
            <a:r>
              <a:rPr lang="en-US" sz="4000" b="1" spc="-72" dirty="0">
                <a:solidFill>
                  <a:srgbClr val="FF7501"/>
                </a:solidFill>
                <a:latin typeface="TT Firs Neue" panose="020B0003030000020004" pitchFamily="34" charset="0"/>
                <a:ea typeface="Cooper Hewitt Bold"/>
                <a:cs typeface="Cooper Hewitt Bold"/>
                <a:sym typeface="Cooper Hewitt Bold"/>
              </a:rPr>
              <a:t>Plan Fulfillment MP 2026 – BCP</a:t>
            </a:r>
            <a:endParaRPr lang="en-US" sz="4000" b="1" spc="-72" dirty="0">
              <a:solidFill>
                <a:srgbClr val="FF7501"/>
              </a:solidFill>
              <a:latin typeface="Trade Gothic Next Heavy" panose="020B0903040303020004" pitchFamily="34" charset="0"/>
              <a:ea typeface="Cooper Hewitt Bold"/>
              <a:cs typeface="Cooper Hewitt Bold"/>
              <a:sym typeface="Cooper Hewitt Bold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1066800" y="1714853"/>
            <a:ext cx="10632733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rgbClr val="FF7501"/>
                </a:solidFill>
              </a:rPr>
              <a:t>Candidate Fit To Work</a:t>
            </a:r>
          </a:p>
        </p:txBody>
      </p:sp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3218E7A3-0F12-59D9-B558-5EE33C33766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514902665"/>
              </p:ext>
            </p:extLst>
          </p:nvPr>
        </p:nvGraphicFramePr>
        <p:xfrm>
          <a:off x="685799" y="2476169"/>
          <a:ext cx="15539959" cy="644433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962401">
                  <a:extLst>
                    <a:ext uri="{9D8B030D-6E8A-4147-A177-3AD203B41FA5}">
                      <a16:colId xmlns:a16="http://schemas.microsoft.com/office/drawing/2014/main" val="4276515888"/>
                    </a:ext>
                  </a:extLst>
                </a:gridCol>
                <a:gridCol w="1524000">
                  <a:extLst>
                    <a:ext uri="{9D8B030D-6E8A-4147-A177-3AD203B41FA5}">
                      <a16:colId xmlns:a16="http://schemas.microsoft.com/office/drawing/2014/main" val="419630364"/>
                    </a:ext>
                  </a:extLst>
                </a:gridCol>
                <a:gridCol w="4594242">
                  <a:extLst>
                    <a:ext uri="{9D8B030D-6E8A-4147-A177-3AD203B41FA5}">
                      <a16:colId xmlns:a16="http://schemas.microsoft.com/office/drawing/2014/main" val="1389350416"/>
                    </a:ext>
                  </a:extLst>
                </a:gridCol>
                <a:gridCol w="1974645">
                  <a:extLst>
                    <a:ext uri="{9D8B030D-6E8A-4147-A177-3AD203B41FA5}">
                      <a16:colId xmlns:a16="http://schemas.microsoft.com/office/drawing/2014/main" val="3011479742"/>
                    </a:ext>
                  </a:extLst>
                </a:gridCol>
                <a:gridCol w="1858489">
                  <a:extLst>
                    <a:ext uri="{9D8B030D-6E8A-4147-A177-3AD203B41FA5}">
                      <a16:colId xmlns:a16="http://schemas.microsoft.com/office/drawing/2014/main" val="4016678873"/>
                    </a:ext>
                  </a:extLst>
                </a:gridCol>
                <a:gridCol w="1626182">
                  <a:extLst>
                    <a:ext uri="{9D8B030D-6E8A-4147-A177-3AD203B41FA5}">
                      <a16:colId xmlns:a16="http://schemas.microsoft.com/office/drawing/2014/main" val="593233989"/>
                    </a:ext>
                  </a:extLst>
                </a:gridCol>
              </a:tblGrid>
              <a:tr h="609600">
                <a:tc>
                  <a:txBody>
                    <a:bodyPr/>
                    <a:lstStyle/>
                    <a:p>
                      <a:pPr algn="ctr"/>
                      <a:r>
                        <a:rPr lang="en-US" sz="1600" dirty="0">
                          <a:latin typeface="TT Firs Neue" panose="020B0003030000020004"/>
                        </a:rPr>
                        <a:t>Candidate Name</a:t>
                      </a:r>
                    </a:p>
                  </a:txBody>
                  <a:tcPr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680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dirty="0">
                          <a:latin typeface="TT Firs Neue" panose="020B0003030000020004"/>
                        </a:rPr>
                        <a:t>Loc</a:t>
                      </a:r>
                    </a:p>
                  </a:txBody>
                  <a:tcPr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680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dirty="0">
                          <a:latin typeface="TT Firs Neue" panose="020B0003030000020004"/>
                        </a:rPr>
                        <a:t>Position Name</a:t>
                      </a:r>
                    </a:p>
                  </a:txBody>
                  <a:tcPr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680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dirty="0" err="1">
                          <a:latin typeface="TT Firs Neue" panose="020B0003030000020004"/>
                        </a:rPr>
                        <a:t>Departement</a:t>
                      </a:r>
                      <a:endParaRPr lang="en-US" sz="1600" dirty="0">
                        <a:latin typeface="TT Firs Neue" panose="020B0003030000020004"/>
                      </a:endParaRPr>
                    </a:p>
                  </a:txBody>
                  <a:tcPr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680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dirty="0">
                          <a:latin typeface="TT Firs Neue" panose="020B0003030000020004"/>
                        </a:rPr>
                        <a:t>Result MCU</a:t>
                      </a:r>
                    </a:p>
                  </a:txBody>
                  <a:tcPr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680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dirty="0">
                          <a:latin typeface="TT Firs Neue" panose="020B0003030000020004"/>
                        </a:rPr>
                        <a:t>Date of Onboarding</a:t>
                      </a:r>
                    </a:p>
                  </a:txBody>
                  <a:tcPr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680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75266522"/>
                  </a:ext>
                </a:extLst>
              </a:tr>
              <a:tr h="468087">
                <a:tc>
                  <a:txBody>
                    <a:bodyPr/>
                    <a:lstStyle/>
                    <a:p>
                      <a:r>
                        <a:rPr lang="en-US" dirty="0"/>
                        <a:t>{{A}}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{{</a:t>
                      </a:r>
                      <a:r>
                        <a:rPr lang="en-US" dirty="0" err="1"/>
                        <a:t>loc_A</a:t>
                      </a:r>
                      <a:r>
                        <a:rPr lang="en-US" dirty="0"/>
                        <a:t>}}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{{</a:t>
                      </a:r>
                      <a:r>
                        <a:rPr lang="en-US" dirty="0" err="1"/>
                        <a:t>Pos_A</a:t>
                      </a:r>
                      <a:r>
                        <a:rPr lang="en-US" dirty="0"/>
                        <a:t>}}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{{</a:t>
                      </a:r>
                      <a:r>
                        <a:rPr lang="en-US" dirty="0" err="1"/>
                        <a:t>dep_A</a:t>
                      </a:r>
                      <a:r>
                        <a:rPr lang="en-US" dirty="0"/>
                        <a:t>}}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{{</a:t>
                      </a:r>
                      <a:r>
                        <a:rPr lang="en-US" dirty="0" err="1"/>
                        <a:t>result_A</a:t>
                      </a:r>
                      <a:r>
                        <a:rPr lang="en-US" dirty="0"/>
                        <a:t>}}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{{</a:t>
                      </a:r>
                      <a:r>
                        <a:rPr lang="en-US" dirty="0" err="1"/>
                        <a:t>date_A</a:t>
                      </a:r>
                      <a:r>
                        <a:rPr lang="en-US" dirty="0"/>
                        <a:t>}}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36040827"/>
                  </a:ext>
                </a:extLst>
              </a:tr>
              <a:tr h="533400">
                <a:tc>
                  <a:txBody>
                    <a:bodyPr/>
                    <a:lstStyle/>
                    <a:p>
                      <a:r>
                        <a:rPr lang="en-US" dirty="0"/>
                        <a:t>{{B}}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/>
                          <a:ea typeface="+mn-ea"/>
                          <a:cs typeface="+mn-cs"/>
                        </a:rPr>
                        <a:t>{{</a:t>
                      </a:r>
                      <a:r>
                        <a:rPr kumimoji="0" lang="en-US" sz="1800" b="0" i="0" u="none" strike="noStrike" kern="1200" cap="none" spc="0" normalizeH="0" baseline="0" noProof="0" dirty="0" err="1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/>
                          <a:ea typeface="+mn-ea"/>
                          <a:cs typeface="+mn-cs"/>
                        </a:rPr>
                        <a:t>loc_B</a:t>
                      </a:r>
                      <a:r>
                        <a:rPr kumimoji="0" lang="en-US" sz="1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/>
                          <a:ea typeface="+mn-ea"/>
                          <a:cs typeface="+mn-cs"/>
                        </a:rPr>
                        <a:t>}}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{{</a:t>
                      </a:r>
                      <a:r>
                        <a:rPr lang="en-US" dirty="0" err="1"/>
                        <a:t>Pos_B</a:t>
                      </a:r>
                      <a:r>
                        <a:rPr lang="en-US" dirty="0"/>
                        <a:t>}}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{{</a:t>
                      </a:r>
                      <a:r>
                        <a:rPr lang="en-US" dirty="0" err="1"/>
                        <a:t>dep_B</a:t>
                      </a:r>
                      <a:r>
                        <a:rPr lang="en-US" dirty="0"/>
                        <a:t>}}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{{</a:t>
                      </a:r>
                      <a:r>
                        <a:rPr lang="en-US" dirty="0" err="1"/>
                        <a:t>result_B</a:t>
                      </a:r>
                      <a:r>
                        <a:rPr lang="en-US" dirty="0"/>
                        <a:t>}}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{{</a:t>
                      </a:r>
                      <a:r>
                        <a:rPr lang="en-US" dirty="0" err="1"/>
                        <a:t>date_B</a:t>
                      </a:r>
                      <a:r>
                        <a:rPr lang="en-US" dirty="0"/>
                        <a:t>}}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835680942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r>
                        <a:rPr lang="en-US" dirty="0"/>
                        <a:t>{{C}}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/>
                          <a:ea typeface="+mn-ea"/>
                          <a:cs typeface="+mn-cs"/>
                        </a:rPr>
                        <a:t>{{</a:t>
                      </a:r>
                      <a:r>
                        <a:rPr kumimoji="0" lang="en-US" sz="1800" b="0" i="0" u="none" strike="noStrike" kern="1200" cap="none" spc="0" normalizeH="0" baseline="0" noProof="0" dirty="0" err="1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/>
                          <a:ea typeface="+mn-ea"/>
                          <a:cs typeface="+mn-cs"/>
                        </a:rPr>
                        <a:t>loc_C</a:t>
                      </a:r>
                      <a:r>
                        <a:rPr kumimoji="0" lang="en-US" sz="1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/>
                          <a:ea typeface="+mn-ea"/>
                          <a:cs typeface="+mn-cs"/>
                        </a:rPr>
                        <a:t>}}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{{</a:t>
                      </a:r>
                      <a:r>
                        <a:rPr lang="en-US" dirty="0" err="1"/>
                        <a:t>Pos_C</a:t>
                      </a:r>
                      <a:r>
                        <a:rPr lang="en-US" dirty="0"/>
                        <a:t>}}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{{</a:t>
                      </a:r>
                      <a:r>
                        <a:rPr lang="en-US" dirty="0" err="1"/>
                        <a:t>dep_C</a:t>
                      </a:r>
                      <a:r>
                        <a:rPr lang="en-US" dirty="0"/>
                        <a:t>}}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{{</a:t>
                      </a:r>
                      <a:r>
                        <a:rPr lang="en-US" dirty="0" err="1"/>
                        <a:t>result_C</a:t>
                      </a:r>
                      <a:r>
                        <a:rPr lang="en-US" dirty="0"/>
                        <a:t>}}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{{</a:t>
                      </a:r>
                      <a:r>
                        <a:rPr lang="en-US" dirty="0" err="1"/>
                        <a:t>date_C</a:t>
                      </a:r>
                      <a:r>
                        <a:rPr lang="en-US" dirty="0"/>
                        <a:t>}}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579152234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r>
                        <a:rPr lang="en-US" dirty="0"/>
                        <a:t>{{D}}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/>
                          <a:ea typeface="+mn-ea"/>
                          <a:cs typeface="+mn-cs"/>
                        </a:rPr>
                        <a:t>{{</a:t>
                      </a:r>
                      <a:r>
                        <a:rPr kumimoji="0" lang="en-US" sz="1800" b="0" i="0" u="none" strike="noStrike" kern="1200" cap="none" spc="0" normalizeH="0" baseline="0" noProof="0" dirty="0" err="1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/>
                          <a:ea typeface="+mn-ea"/>
                          <a:cs typeface="+mn-cs"/>
                        </a:rPr>
                        <a:t>loc_D</a:t>
                      </a:r>
                      <a:r>
                        <a:rPr kumimoji="0" lang="en-US" sz="1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/>
                          <a:ea typeface="+mn-ea"/>
                          <a:cs typeface="+mn-cs"/>
                        </a:rPr>
                        <a:t>}}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{{</a:t>
                      </a:r>
                      <a:r>
                        <a:rPr lang="en-US" dirty="0" err="1"/>
                        <a:t>Pos_D</a:t>
                      </a:r>
                      <a:r>
                        <a:rPr lang="en-US" dirty="0"/>
                        <a:t>}}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{{</a:t>
                      </a:r>
                      <a:r>
                        <a:rPr lang="en-US" dirty="0" err="1"/>
                        <a:t>dep_D</a:t>
                      </a:r>
                      <a:r>
                        <a:rPr lang="en-US" dirty="0"/>
                        <a:t>}}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{{</a:t>
                      </a:r>
                      <a:r>
                        <a:rPr lang="en-US" dirty="0" err="1"/>
                        <a:t>result_D</a:t>
                      </a:r>
                      <a:r>
                        <a:rPr lang="en-US" dirty="0"/>
                        <a:t>}}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{{</a:t>
                      </a:r>
                      <a:r>
                        <a:rPr lang="en-US" dirty="0" err="1"/>
                        <a:t>date_D</a:t>
                      </a:r>
                      <a:r>
                        <a:rPr lang="en-US" dirty="0"/>
                        <a:t>}}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93046053"/>
                  </a:ext>
                </a:extLst>
              </a:tr>
              <a:tr h="489856">
                <a:tc>
                  <a:txBody>
                    <a:bodyPr/>
                    <a:lstStyle/>
                    <a:p>
                      <a:r>
                        <a:rPr lang="en-US" dirty="0"/>
                        <a:t>{{E}}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/>
                          <a:ea typeface="+mn-ea"/>
                          <a:cs typeface="+mn-cs"/>
                        </a:rPr>
                        <a:t>{{</a:t>
                      </a:r>
                      <a:r>
                        <a:rPr kumimoji="0" lang="en-US" sz="1800" b="0" i="0" u="none" strike="noStrike" kern="1200" cap="none" spc="0" normalizeH="0" baseline="0" noProof="0" dirty="0" err="1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/>
                          <a:ea typeface="+mn-ea"/>
                          <a:cs typeface="+mn-cs"/>
                        </a:rPr>
                        <a:t>loc_E</a:t>
                      </a:r>
                      <a:r>
                        <a:rPr kumimoji="0" lang="en-US" sz="1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/>
                          <a:ea typeface="+mn-ea"/>
                          <a:cs typeface="+mn-cs"/>
                        </a:rPr>
                        <a:t>}}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{{</a:t>
                      </a:r>
                      <a:r>
                        <a:rPr lang="en-US" dirty="0" err="1"/>
                        <a:t>Pos_E</a:t>
                      </a:r>
                      <a:r>
                        <a:rPr lang="en-US" dirty="0"/>
                        <a:t>}}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{{</a:t>
                      </a:r>
                      <a:r>
                        <a:rPr lang="en-US" dirty="0" err="1"/>
                        <a:t>dep_E</a:t>
                      </a:r>
                      <a:r>
                        <a:rPr lang="en-US" dirty="0"/>
                        <a:t>}}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{{</a:t>
                      </a:r>
                      <a:r>
                        <a:rPr lang="en-US" dirty="0" err="1"/>
                        <a:t>result_E</a:t>
                      </a:r>
                      <a:r>
                        <a:rPr lang="en-US" dirty="0"/>
                        <a:t>}}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{{</a:t>
                      </a:r>
                      <a:r>
                        <a:rPr lang="en-US" dirty="0" err="1"/>
                        <a:t>date_E</a:t>
                      </a:r>
                      <a:r>
                        <a:rPr lang="en-US" dirty="0"/>
                        <a:t>}}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266011368"/>
                  </a:ext>
                </a:extLst>
              </a:tr>
              <a:tr h="489856">
                <a:tc>
                  <a:txBody>
                    <a:bodyPr/>
                    <a:lstStyle/>
                    <a:p>
                      <a:r>
                        <a:rPr lang="en-US" dirty="0"/>
                        <a:t>{{F}}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/>
                          <a:ea typeface="+mn-ea"/>
                          <a:cs typeface="+mn-cs"/>
                        </a:rPr>
                        <a:t>{{</a:t>
                      </a:r>
                      <a:r>
                        <a:rPr kumimoji="0" lang="en-US" sz="1800" b="0" i="0" u="none" strike="noStrike" kern="1200" cap="none" spc="0" normalizeH="0" baseline="0" noProof="0" dirty="0" err="1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/>
                          <a:ea typeface="+mn-ea"/>
                          <a:cs typeface="+mn-cs"/>
                        </a:rPr>
                        <a:t>loc_F</a:t>
                      </a:r>
                      <a:r>
                        <a:rPr kumimoji="0" lang="en-US" sz="1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/>
                          <a:ea typeface="+mn-ea"/>
                          <a:cs typeface="+mn-cs"/>
                        </a:rPr>
                        <a:t>}}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{{</a:t>
                      </a:r>
                      <a:r>
                        <a:rPr lang="en-US" dirty="0" err="1"/>
                        <a:t>Pos_F</a:t>
                      </a:r>
                      <a:r>
                        <a:rPr lang="en-US" dirty="0"/>
                        <a:t>}}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{{</a:t>
                      </a:r>
                      <a:r>
                        <a:rPr lang="en-US" dirty="0" err="1"/>
                        <a:t>dep_F</a:t>
                      </a:r>
                      <a:r>
                        <a:rPr lang="en-US" dirty="0"/>
                        <a:t>}}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{{</a:t>
                      </a:r>
                      <a:r>
                        <a:rPr lang="en-US" dirty="0" err="1"/>
                        <a:t>result_F</a:t>
                      </a:r>
                      <a:r>
                        <a:rPr lang="en-US" dirty="0"/>
                        <a:t>}}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{{</a:t>
                      </a:r>
                      <a:r>
                        <a:rPr lang="en-US" dirty="0" err="1"/>
                        <a:t>date_F</a:t>
                      </a:r>
                      <a:r>
                        <a:rPr lang="en-US" dirty="0"/>
                        <a:t>}}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644472818"/>
                  </a:ext>
                </a:extLst>
              </a:tr>
              <a:tr h="489856">
                <a:tc>
                  <a:txBody>
                    <a:bodyPr/>
                    <a:lstStyle/>
                    <a:p>
                      <a:r>
                        <a:rPr lang="en-US" dirty="0"/>
                        <a:t>{{G}}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/>
                          <a:ea typeface="+mn-ea"/>
                          <a:cs typeface="+mn-cs"/>
                        </a:rPr>
                        <a:t>{{</a:t>
                      </a:r>
                      <a:r>
                        <a:rPr kumimoji="0" lang="en-US" sz="1800" b="0" i="0" u="none" strike="noStrike" kern="1200" cap="none" spc="0" normalizeH="0" baseline="0" noProof="0" dirty="0" err="1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/>
                          <a:ea typeface="+mn-ea"/>
                          <a:cs typeface="+mn-cs"/>
                        </a:rPr>
                        <a:t>loc_G</a:t>
                      </a:r>
                      <a:r>
                        <a:rPr kumimoji="0" lang="en-US" sz="1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/>
                          <a:ea typeface="+mn-ea"/>
                          <a:cs typeface="+mn-cs"/>
                        </a:rPr>
                        <a:t>}}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{{</a:t>
                      </a:r>
                      <a:r>
                        <a:rPr lang="en-US" dirty="0" err="1"/>
                        <a:t>Pos_G</a:t>
                      </a:r>
                      <a:r>
                        <a:rPr lang="en-US" dirty="0"/>
                        <a:t>}}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{{</a:t>
                      </a:r>
                      <a:r>
                        <a:rPr lang="en-US" dirty="0" err="1"/>
                        <a:t>dep_G</a:t>
                      </a:r>
                      <a:r>
                        <a:rPr lang="en-US" dirty="0"/>
                        <a:t>}}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{{</a:t>
                      </a:r>
                      <a:r>
                        <a:rPr lang="en-US" dirty="0" err="1"/>
                        <a:t>result_G</a:t>
                      </a:r>
                      <a:r>
                        <a:rPr lang="en-US" dirty="0"/>
                        <a:t>}}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{{</a:t>
                      </a:r>
                      <a:r>
                        <a:rPr lang="en-US" dirty="0" err="1"/>
                        <a:t>date_G</a:t>
                      </a:r>
                      <a:r>
                        <a:rPr lang="en-US" dirty="0"/>
                        <a:t>}}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666805851"/>
                  </a:ext>
                </a:extLst>
              </a:tr>
              <a:tr h="489856">
                <a:tc>
                  <a:txBody>
                    <a:bodyPr/>
                    <a:lstStyle/>
                    <a:p>
                      <a:r>
                        <a:rPr lang="en-US" dirty="0"/>
                        <a:t>{{H}}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/>
                          <a:ea typeface="+mn-ea"/>
                          <a:cs typeface="+mn-cs"/>
                        </a:rPr>
                        <a:t>{{</a:t>
                      </a:r>
                      <a:r>
                        <a:rPr kumimoji="0" lang="en-US" sz="1800" b="0" i="0" u="none" strike="noStrike" kern="1200" cap="none" spc="0" normalizeH="0" baseline="0" noProof="0" dirty="0" err="1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/>
                          <a:ea typeface="+mn-ea"/>
                          <a:cs typeface="+mn-cs"/>
                        </a:rPr>
                        <a:t>loc_H</a:t>
                      </a:r>
                      <a:r>
                        <a:rPr kumimoji="0" lang="en-US" sz="1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/>
                          <a:ea typeface="+mn-ea"/>
                          <a:cs typeface="+mn-cs"/>
                        </a:rPr>
                        <a:t>}}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{{</a:t>
                      </a:r>
                      <a:r>
                        <a:rPr lang="en-US" dirty="0" err="1"/>
                        <a:t>Pos_H</a:t>
                      </a:r>
                      <a:r>
                        <a:rPr lang="en-US" dirty="0"/>
                        <a:t>}}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{{</a:t>
                      </a:r>
                      <a:r>
                        <a:rPr lang="en-US" dirty="0" err="1"/>
                        <a:t>dep_H</a:t>
                      </a:r>
                      <a:r>
                        <a:rPr lang="en-US" dirty="0"/>
                        <a:t>}}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{{</a:t>
                      </a:r>
                      <a:r>
                        <a:rPr lang="en-US" dirty="0" err="1"/>
                        <a:t>result_H</a:t>
                      </a:r>
                      <a:r>
                        <a:rPr lang="en-US" dirty="0"/>
                        <a:t>}}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{{</a:t>
                      </a:r>
                      <a:r>
                        <a:rPr lang="en-US" dirty="0" err="1"/>
                        <a:t>date_H</a:t>
                      </a:r>
                      <a:r>
                        <a:rPr lang="en-US" dirty="0"/>
                        <a:t>}}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187239074"/>
                  </a:ext>
                </a:extLst>
              </a:tr>
              <a:tr h="489856">
                <a:tc>
                  <a:txBody>
                    <a:bodyPr/>
                    <a:lstStyle/>
                    <a:p>
                      <a:r>
                        <a:rPr lang="en-US" dirty="0"/>
                        <a:t>{{I}}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/>
                          <a:ea typeface="+mn-ea"/>
                          <a:cs typeface="+mn-cs"/>
                        </a:rPr>
                        <a:t>{{</a:t>
                      </a:r>
                      <a:r>
                        <a:rPr kumimoji="0" lang="en-US" sz="1800" b="0" i="0" u="none" strike="noStrike" kern="1200" cap="none" spc="0" normalizeH="0" baseline="0" noProof="0" dirty="0" err="1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/>
                          <a:ea typeface="+mn-ea"/>
                          <a:cs typeface="+mn-cs"/>
                        </a:rPr>
                        <a:t>loc_I</a:t>
                      </a:r>
                      <a:r>
                        <a:rPr kumimoji="0" lang="en-US" sz="1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/>
                          <a:ea typeface="+mn-ea"/>
                          <a:cs typeface="+mn-cs"/>
                        </a:rPr>
                        <a:t>}}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{{</a:t>
                      </a:r>
                      <a:r>
                        <a:rPr lang="en-US" dirty="0" err="1"/>
                        <a:t>Pos_I</a:t>
                      </a:r>
                      <a:r>
                        <a:rPr lang="en-US" dirty="0"/>
                        <a:t>}}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{{</a:t>
                      </a:r>
                      <a:r>
                        <a:rPr lang="en-US" dirty="0" err="1"/>
                        <a:t>dep_I</a:t>
                      </a:r>
                      <a:r>
                        <a:rPr lang="en-US" dirty="0"/>
                        <a:t>}}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{{</a:t>
                      </a:r>
                      <a:r>
                        <a:rPr lang="en-US" dirty="0" err="1"/>
                        <a:t>result_I</a:t>
                      </a:r>
                      <a:r>
                        <a:rPr lang="en-US" dirty="0"/>
                        <a:t>}}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{{</a:t>
                      </a:r>
                      <a:r>
                        <a:rPr lang="en-US" dirty="0" err="1"/>
                        <a:t>date_I</a:t>
                      </a:r>
                      <a:r>
                        <a:rPr lang="en-US" dirty="0"/>
                        <a:t>}}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489371220"/>
                  </a:ext>
                </a:extLst>
              </a:tr>
              <a:tr h="489856">
                <a:tc>
                  <a:txBody>
                    <a:bodyPr/>
                    <a:lstStyle/>
                    <a:p>
                      <a:r>
                        <a:rPr lang="en-US" dirty="0"/>
                        <a:t>{{J}}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/>
                          <a:ea typeface="+mn-ea"/>
                          <a:cs typeface="+mn-cs"/>
                        </a:rPr>
                        <a:t>{{</a:t>
                      </a:r>
                      <a:r>
                        <a:rPr kumimoji="0" lang="en-US" sz="1800" b="0" i="0" u="none" strike="noStrike" kern="1200" cap="none" spc="0" normalizeH="0" baseline="0" noProof="0" dirty="0" err="1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/>
                          <a:ea typeface="+mn-ea"/>
                          <a:cs typeface="+mn-cs"/>
                        </a:rPr>
                        <a:t>loc_J</a:t>
                      </a:r>
                      <a:r>
                        <a:rPr kumimoji="0" lang="en-US" sz="1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/>
                          <a:ea typeface="+mn-ea"/>
                          <a:cs typeface="+mn-cs"/>
                        </a:rPr>
                        <a:t>}}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{{</a:t>
                      </a:r>
                      <a:r>
                        <a:rPr lang="en-US" dirty="0" err="1"/>
                        <a:t>Pos_J</a:t>
                      </a:r>
                      <a:r>
                        <a:rPr lang="en-US" dirty="0"/>
                        <a:t>}}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{{</a:t>
                      </a:r>
                      <a:r>
                        <a:rPr lang="en-US" dirty="0" err="1"/>
                        <a:t>dep_J</a:t>
                      </a:r>
                      <a:r>
                        <a:rPr lang="en-US" dirty="0"/>
                        <a:t>}}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{{</a:t>
                      </a:r>
                      <a:r>
                        <a:rPr lang="en-US" dirty="0" err="1"/>
                        <a:t>result_J</a:t>
                      </a:r>
                      <a:r>
                        <a:rPr lang="en-US" dirty="0"/>
                        <a:t>}}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{{</a:t>
                      </a:r>
                      <a:r>
                        <a:rPr lang="en-US" dirty="0" err="1"/>
                        <a:t>date_J</a:t>
                      </a:r>
                      <a:r>
                        <a:rPr lang="en-US" dirty="0"/>
                        <a:t>}}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74339706"/>
                  </a:ext>
                </a:extLst>
              </a:tr>
              <a:tr h="489856">
                <a:tc>
                  <a:txBody>
                    <a:bodyPr/>
                    <a:lstStyle/>
                    <a:p>
                      <a:r>
                        <a:rPr lang="en-US" dirty="0"/>
                        <a:t>{{K}}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/>
                          <a:ea typeface="+mn-ea"/>
                          <a:cs typeface="+mn-cs"/>
                        </a:rPr>
                        <a:t>{{</a:t>
                      </a:r>
                      <a:r>
                        <a:rPr kumimoji="0" lang="en-US" sz="1800" b="0" i="0" u="none" strike="noStrike" kern="1200" cap="none" spc="0" normalizeH="0" baseline="0" noProof="0" dirty="0" err="1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/>
                          <a:ea typeface="+mn-ea"/>
                          <a:cs typeface="+mn-cs"/>
                        </a:rPr>
                        <a:t>loc_K</a:t>
                      </a:r>
                      <a:r>
                        <a:rPr kumimoji="0" lang="en-US" sz="1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/>
                          <a:ea typeface="+mn-ea"/>
                          <a:cs typeface="+mn-cs"/>
                        </a:rPr>
                        <a:t>}}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{{</a:t>
                      </a:r>
                      <a:r>
                        <a:rPr lang="en-US" dirty="0" err="1"/>
                        <a:t>Pos_K</a:t>
                      </a:r>
                      <a:r>
                        <a:rPr lang="en-US" dirty="0"/>
                        <a:t>}}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{{</a:t>
                      </a:r>
                      <a:r>
                        <a:rPr lang="en-US" dirty="0" err="1"/>
                        <a:t>dep_K</a:t>
                      </a:r>
                      <a:r>
                        <a:rPr lang="en-US" dirty="0"/>
                        <a:t>}}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{{</a:t>
                      </a:r>
                      <a:r>
                        <a:rPr lang="en-US" dirty="0" err="1"/>
                        <a:t>result_K</a:t>
                      </a:r>
                      <a:r>
                        <a:rPr lang="en-US" dirty="0"/>
                        <a:t>}}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{{</a:t>
                      </a:r>
                      <a:r>
                        <a:rPr lang="en-US" dirty="0" err="1"/>
                        <a:t>date_K</a:t>
                      </a:r>
                      <a:r>
                        <a:rPr lang="en-US" dirty="0"/>
                        <a:t>}}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069206613"/>
                  </a:ext>
                </a:extLst>
              </a:tr>
              <a:tr h="489856">
                <a:tc>
                  <a:txBody>
                    <a:bodyPr/>
                    <a:lstStyle/>
                    <a:p>
                      <a:r>
                        <a:rPr lang="en-US" dirty="0"/>
                        <a:t>{{L}}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/>
                          <a:ea typeface="+mn-ea"/>
                          <a:cs typeface="+mn-cs"/>
                        </a:rPr>
                        <a:t>{{</a:t>
                      </a:r>
                      <a:r>
                        <a:rPr kumimoji="0" lang="en-US" sz="1800" b="0" i="0" u="none" strike="noStrike" kern="1200" cap="none" spc="0" normalizeH="0" baseline="0" noProof="0" dirty="0" err="1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/>
                          <a:ea typeface="+mn-ea"/>
                          <a:cs typeface="+mn-cs"/>
                        </a:rPr>
                        <a:t>loc_L</a:t>
                      </a:r>
                      <a:r>
                        <a:rPr kumimoji="0" lang="en-US" sz="1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/>
                          <a:ea typeface="+mn-ea"/>
                          <a:cs typeface="+mn-cs"/>
                        </a:rPr>
                        <a:t>}}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{{</a:t>
                      </a:r>
                      <a:r>
                        <a:rPr lang="en-US" dirty="0" err="1"/>
                        <a:t>Pos_L</a:t>
                      </a:r>
                      <a:r>
                        <a:rPr lang="en-US" dirty="0"/>
                        <a:t>}}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{{</a:t>
                      </a:r>
                      <a:r>
                        <a:rPr lang="en-US" dirty="0" err="1"/>
                        <a:t>dep_L</a:t>
                      </a:r>
                      <a:r>
                        <a:rPr lang="en-US" dirty="0"/>
                        <a:t>}}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{{</a:t>
                      </a:r>
                      <a:r>
                        <a:rPr lang="en-US" dirty="0" err="1"/>
                        <a:t>result_L</a:t>
                      </a:r>
                      <a:r>
                        <a:rPr lang="en-US" dirty="0"/>
                        <a:t>}}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{{</a:t>
                      </a:r>
                      <a:r>
                        <a:rPr lang="en-US" dirty="0" err="1"/>
                        <a:t>date_L</a:t>
                      </a:r>
                      <a:r>
                        <a:rPr lang="en-US" dirty="0"/>
                        <a:t>}}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567407047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69956725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5440D89-6779-980A-1434-C9AEC6F0186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0" name="Picture 59">
            <a:extLst>
              <a:ext uri="{FF2B5EF4-FFF2-40B4-BE49-F238E27FC236}">
                <a16:creationId xmlns:a16="http://schemas.microsoft.com/office/drawing/2014/main" id="{4530839C-B63D-4910-8D7B-993E034286A0}"/>
              </a:ext>
            </a:extLst>
          </p:cNvPr>
          <p:cNvPicPr>
            <a:picLocks noChangeAspect="1"/>
          </p:cNvPicPr>
          <p:nvPr/>
        </p:nvPicPr>
        <p:blipFill>
          <a:blip r:embed="rId3" cstate="screen"/>
          <a:stretch>
            <a:fillRect/>
          </a:stretch>
        </p:blipFill>
        <p:spPr>
          <a:xfrm>
            <a:off x="-152400" y="-223570"/>
            <a:ext cx="3048000" cy="1761882"/>
          </a:xfrm>
          <a:prstGeom prst="rect">
            <a:avLst/>
          </a:prstGeom>
        </p:spPr>
      </p:pic>
      <p:sp>
        <p:nvSpPr>
          <p:cNvPr id="61" name="TextBox 60">
            <a:extLst>
              <a:ext uri="{FF2B5EF4-FFF2-40B4-BE49-F238E27FC236}">
                <a16:creationId xmlns:a16="http://schemas.microsoft.com/office/drawing/2014/main" id="{B0196518-F3B0-8D65-945B-9231CC464D16}"/>
              </a:ext>
            </a:extLst>
          </p:cNvPr>
          <p:cNvSpPr txBox="1"/>
          <p:nvPr/>
        </p:nvSpPr>
        <p:spPr>
          <a:xfrm>
            <a:off x="2895600" y="245359"/>
            <a:ext cx="13330159" cy="864596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lvl="0">
              <a:lnSpc>
                <a:spcPts val="7335"/>
              </a:lnSpc>
            </a:pPr>
            <a:r>
              <a:rPr lang="en-US" sz="4000" b="1" spc="-72" dirty="0">
                <a:solidFill>
                  <a:srgbClr val="FF7501"/>
                </a:solidFill>
                <a:latin typeface="TT Firs Neue" panose="020B0003030000020004" pitchFamily="34" charset="0"/>
                <a:ea typeface="Cooper Hewitt Bold"/>
                <a:cs typeface="Cooper Hewitt Bold"/>
                <a:sym typeface="Cooper Hewitt Bold"/>
              </a:rPr>
              <a:t>Plan Fulfillment MP 2026 - BCP</a:t>
            </a:r>
            <a:endParaRPr lang="en-US" sz="4000" b="1" spc="-72" dirty="0">
              <a:solidFill>
                <a:srgbClr val="FF7501"/>
              </a:solidFill>
              <a:latin typeface="Trade Gothic Next Heavy" panose="020B0903040303020004" pitchFamily="34" charset="0"/>
              <a:ea typeface="Cooper Hewitt Bold"/>
              <a:cs typeface="Cooper Hewitt Bold"/>
              <a:sym typeface="Cooper Hewitt Bold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256762" y="1803908"/>
            <a:ext cx="8322222" cy="4689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>
                <a:solidFill>
                  <a:srgbClr val="FF7501"/>
                </a:solidFill>
              </a:rPr>
              <a:t>PLAN VS ACTUAL 02 Mar – 08 Mar 2026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439400" y="1776408"/>
            <a:ext cx="6955002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>
                <a:solidFill>
                  <a:srgbClr val="FF7501"/>
                </a:solidFill>
              </a:rPr>
              <a:t>PLAN 09 Mar – 15 Mar 2026</a:t>
            </a:r>
          </a:p>
        </p:txBody>
      </p:sp>
    </p:spTree>
    <p:extLst>
      <p:ext uri="{BB962C8B-B14F-4D97-AF65-F5344CB8AC3E}">
        <p14:creationId xmlns:p14="http://schemas.microsoft.com/office/powerpoint/2010/main" val="126942329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A3F2BA2-0C1D-9FC6-AE57-D43BC3BD520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0" name="Picture 59">
            <a:extLst>
              <a:ext uri="{FF2B5EF4-FFF2-40B4-BE49-F238E27FC236}">
                <a16:creationId xmlns:a16="http://schemas.microsoft.com/office/drawing/2014/main" id="{1596A290-F522-13D3-F4FA-7DDAF821D911}"/>
              </a:ext>
            </a:extLst>
          </p:cNvPr>
          <p:cNvPicPr>
            <a:picLocks noChangeAspect="1"/>
          </p:cNvPicPr>
          <p:nvPr/>
        </p:nvPicPr>
        <p:blipFill>
          <a:blip r:embed="rId3" cstate="screen"/>
          <a:stretch>
            <a:fillRect/>
          </a:stretch>
        </p:blipFill>
        <p:spPr>
          <a:xfrm>
            <a:off x="-152400" y="-223570"/>
            <a:ext cx="3048000" cy="1761882"/>
          </a:xfrm>
          <a:prstGeom prst="rect">
            <a:avLst/>
          </a:prstGeom>
        </p:spPr>
      </p:pic>
      <p:sp>
        <p:nvSpPr>
          <p:cNvPr id="61" name="TextBox 60">
            <a:extLst>
              <a:ext uri="{FF2B5EF4-FFF2-40B4-BE49-F238E27FC236}">
                <a16:creationId xmlns:a16="http://schemas.microsoft.com/office/drawing/2014/main" id="{923CE955-688E-3CBD-0078-7F926AFD6E8F}"/>
              </a:ext>
            </a:extLst>
          </p:cNvPr>
          <p:cNvSpPr txBox="1"/>
          <p:nvPr/>
        </p:nvSpPr>
        <p:spPr>
          <a:xfrm>
            <a:off x="2895600" y="245359"/>
            <a:ext cx="13330159" cy="834972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lvl="0">
              <a:lnSpc>
                <a:spcPts val="7335"/>
              </a:lnSpc>
            </a:pPr>
            <a:r>
              <a:rPr lang="en-US" sz="4000" b="1" spc="-72" dirty="0">
                <a:solidFill>
                  <a:srgbClr val="FF7501"/>
                </a:solidFill>
                <a:latin typeface="TT Firs Neue" panose="020B0003030000020004" pitchFamily="34" charset="0"/>
                <a:ea typeface="Cooper Hewitt Bold"/>
                <a:cs typeface="Cooper Hewitt Bold"/>
                <a:sym typeface="Cooper Hewitt Bold"/>
              </a:rPr>
              <a:t>Plan Fulfillment MP 2026 – KCP</a:t>
            </a:r>
            <a:endParaRPr lang="en-US" sz="4000" b="1" spc="-72" dirty="0">
              <a:solidFill>
                <a:srgbClr val="FF7501"/>
              </a:solidFill>
              <a:latin typeface="Trade Gothic Next Heavy" panose="020B0903040303020004" pitchFamily="34" charset="0"/>
              <a:ea typeface="Cooper Hewitt Bold"/>
              <a:cs typeface="Cooper Hewitt Bold"/>
              <a:sym typeface="Cooper Hewitt Bold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3E228C04-A3F0-F163-6739-FCE973409BA1}"/>
              </a:ext>
            </a:extLst>
          </p:cNvPr>
          <p:cNvSpPr txBox="1"/>
          <p:nvPr/>
        </p:nvSpPr>
        <p:spPr>
          <a:xfrm>
            <a:off x="152400" y="2044126"/>
            <a:ext cx="647700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rgbClr val="FF7501"/>
                </a:solidFill>
              </a:rPr>
              <a:t>Manpower Plan 2026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822BFB42-1826-91BC-6031-335B67200D2B}"/>
              </a:ext>
            </a:extLst>
          </p:cNvPr>
          <p:cNvSpPr txBox="1"/>
          <p:nvPr/>
        </p:nvSpPr>
        <p:spPr>
          <a:xfrm>
            <a:off x="11734800" y="2044126"/>
            <a:ext cx="373380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rgbClr val="FF7501"/>
                </a:solidFill>
              </a:rPr>
              <a:t>Fulfillment Progress</a:t>
            </a:r>
          </a:p>
        </p:txBody>
      </p:sp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00E0AF01-0131-AD4F-5C6A-615A1C49F77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22865604"/>
              </p:ext>
            </p:extLst>
          </p:nvPr>
        </p:nvGraphicFramePr>
        <p:xfrm>
          <a:off x="179614" y="2933700"/>
          <a:ext cx="10335986" cy="644433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174671">
                  <a:extLst>
                    <a:ext uri="{9D8B030D-6E8A-4147-A177-3AD203B41FA5}">
                      <a16:colId xmlns:a16="http://schemas.microsoft.com/office/drawing/2014/main" val="73910562"/>
                    </a:ext>
                  </a:extLst>
                </a:gridCol>
                <a:gridCol w="1295400">
                  <a:extLst>
                    <a:ext uri="{9D8B030D-6E8A-4147-A177-3AD203B41FA5}">
                      <a16:colId xmlns:a16="http://schemas.microsoft.com/office/drawing/2014/main" val="350356184"/>
                    </a:ext>
                  </a:extLst>
                </a:gridCol>
                <a:gridCol w="1143000">
                  <a:extLst>
                    <a:ext uri="{9D8B030D-6E8A-4147-A177-3AD203B41FA5}">
                      <a16:colId xmlns:a16="http://schemas.microsoft.com/office/drawing/2014/main" val="122338166"/>
                    </a:ext>
                  </a:extLst>
                </a:gridCol>
                <a:gridCol w="1295400">
                  <a:extLst>
                    <a:ext uri="{9D8B030D-6E8A-4147-A177-3AD203B41FA5}">
                      <a16:colId xmlns:a16="http://schemas.microsoft.com/office/drawing/2014/main" val="2636474016"/>
                    </a:ext>
                  </a:extLst>
                </a:gridCol>
                <a:gridCol w="1219200">
                  <a:extLst>
                    <a:ext uri="{9D8B030D-6E8A-4147-A177-3AD203B41FA5}">
                      <a16:colId xmlns:a16="http://schemas.microsoft.com/office/drawing/2014/main" val="3822958118"/>
                    </a:ext>
                  </a:extLst>
                </a:gridCol>
                <a:gridCol w="1208315">
                  <a:extLst>
                    <a:ext uri="{9D8B030D-6E8A-4147-A177-3AD203B41FA5}">
                      <a16:colId xmlns:a16="http://schemas.microsoft.com/office/drawing/2014/main" val="2874381739"/>
                    </a:ext>
                  </a:extLst>
                </a:gridCol>
              </a:tblGrid>
              <a:tr h="609600">
                <a:tc>
                  <a:txBody>
                    <a:bodyPr/>
                    <a:lstStyle/>
                    <a:p>
                      <a:pPr algn="ctr"/>
                      <a:r>
                        <a:rPr lang="en-US" sz="1600" dirty="0" err="1">
                          <a:latin typeface="TT Firs Neue" panose="020B0003030000020004"/>
                        </a:rPr>
                        <a:t>Departement</a:t>
                      </a:r>
                      <a:endParaRPr lang="en-US" sz="1600" dirty="0">
                        <a:latin typeface="TT Firs Neue" panose="020B0003030000020004"/>
                      </a:endParaRPr>
                    </a:p>
                  </a:txBody>
                  <a:tcPr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680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dirty="0">
                          <a:latin typeface="TT Firs Neue" panose="020B0003030000020004"/>
                        </a:rPr>
                        <a:t>MPP</a:t>
                      </a:r>
                    </a:p>
                  </a:txBody>
                  <a:tcPr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680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dirty="0">
                          <a:latin typeface="TT Firs Neue" panose="020B0003030000020004"/>
                        </a:rPr>
                        <a:t>Actual</a:t>
                      </a:r>
                    </a:p>
                  </a:txBody>
                  <a:tcPr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680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dirty="0">
                          <a:latin typeface="TT Firs Neue" panose="020B0003030000020004"/>
                        </a:rPr>
                        <a:t>Dev</a:t>
                      </a:r>
                    </a:p>
                  </a:txBody>
                  <a:tcPr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680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dirty="0">
                          <a:latin typeface="TT Firs Neue" panose="020B0003030000020004"/>
                        </a:rPr>
                        <a:t>ADP</a:t>
                      </a:r>
                    </a:p>
                  </a:txBody>
                  <a:tcPr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680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dirty="0">
                          <a:latin typeface="TT Firs Neue" panose="020B0003030000020004"/>
                        </a:rPr>
                        <a:t>EXT</a:t>
                      </a:r>
                    </a:p>
                  </a:txBody>
                  <a:tcPr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680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82292918"/>
                  </a:ext>
                </a:extLst>
              </a:tr>
              <a:tr h="468087">
                <a:tc>
                  <a:txBody>
                    <a:bodyPr/>
                    <a:lstStyle/>
                    <a:p>
                      <a:r>
                        <a:rPr lang="en-US" dirty="0"/>
                        <a:t>{{A}}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{{MPP_A}}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{{ACT_A}}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{{DEV_A}}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{{ADP_A}}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{{EXT_A}}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662413333"/>
                  </a:ext>
                </a:extLst>
              </a:tr>
              <a:tr h="533400">
                <a:tc>
                  <a:txBody>
                    <a:bodyPr/>
                    <a:lstStyle/>
                    <a:p>
                      <a:r>
                        <a:rPr lang="en-US" dirty="0"/>
                        <a:t>{{B}}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{{MPP_B}}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{{ACT_B}}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{{DEV_B}}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{{ADP_B}}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{{EXT_B}}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53775361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r>
                        <a:rPr lang="en-US" dirty="0"/>
                        <a:t>{{C}}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{{MPP_C}}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{{ACT_C}}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{{DEV_C}}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{{ADP_C}}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{{EXT_C}}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013213267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r>
                        <a:rPr lang="en-US" dirty="0"/>
                        <a:t>{{D}}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{{MPP_D}}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{{ACT_D}}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{{DEV_D}}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{{ADP_D}}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{{EXT_D}}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141962881"/>
                  </a:ext>
                </a:extLst>
              </a:tr>
              <a:tr h="489856">
                <a:tc>
                  <a:txBody>
                    <a:bodyPr/>
                    <a:lstStyle/>
                    <a:p>
                      <a:r>
                        <a:rPr lang="en-US" dirty="0"/>
                        <a:t>{{E}}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{{MPP_E}}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{{ACT_E}}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{{DEV_E}}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{{ADP_E}}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{{EXT_E}}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260629303"/>
                  </a:ext>
                </a:extLst>
              </a:tr>
              <a:tr h="489856">
                <a:tc>
                  <a:txBody>
                    <a:bodyPr/>
                    <a:lstStyle/>
                    <a:p>
                      <a:r>
                        <a:rPr lang="en-US" dirty="0"/>
                        <a:t>{{F}}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{{MPP_F}}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{{ACT_F}}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{{DEV_F}}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{{ADP_F}}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{{EXT_F}}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380510905"/>
                  </a:ext>
                </a:extLst>
              </a:tr>
              <a:tr h="489856">
                <a:tc>
                  <a:txBody>
                    <a:bodyPr/>
                    <a:lstStyle/>
                    <a:p>
                      <a:r>
                        <a:rPr lang="en-US" dirty="0"/>
                        <a:t>{{G}}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{{MPP_G}}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{{ACT_G}}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{{DEV_G}}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{{ADP_G}}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{{EXT_G}}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447019494"/>
                  </a:ext>
                </a:extLst>
              </a:tr>
              <a:tr h="489856">
                <a:tc>
                  <a:txBody>
                    <a:bodyPr/>
                    <a:lstStyle/>
                    <a:p>
                      <a:r>
                        <a:rPr lang="en-US" dirty="0"/>
                        <a:t>{{H}}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{{MPP_H}}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{{ACT_H}}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{{DEV_H}}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{{ADP_H}}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{{EXT_H}}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072080408"/>
                  </a:ext>
                </a:extLst>
              </a:tr>
              <a:tr h="489856">
                <a:tc>
                  <a:txBody>
                    <a:bodyPr/>
                    <a:lstStyle/>
                    <a:p>
                      <a:r>
                        <a:rPr lang="en-US" dirty="0"/>
                        <a:t>{{I}}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{{MPP_I}}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{{ACT_I}}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{{DEV_I}}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{{ADP_I}}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{{EXT_I}}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087215315"/>
                  </a:ext>
                </a:extLst>
              </a:tr>
              <a:tr h="489856">
                <a:tc>
                  <a:txBody>
                    <a:bodyPr/>
                    <a:lstStyle/>
                    <a:p>
                      <a:r>
                        <a:rPr lang="en-US" dirty="0"/>
                        <a:t>{{J}}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{{MPP_J}}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{{ACT_J}}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{{DEV_J}}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{{ADP_J}}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{{EXT_J}}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011568881"/>
                  </a:ext>
                </a:extLst>
              </a:tr>
              <a:tr h="489856">
                <a:tc>
                  <a:txBody>
                    <a:bodyPr/>
                    <a:lstStyle/>
                    <a:p>
                      <a:r>
                        <a:rPr lang="en-US" dirty="0"/>
                        <a:t>{{K}}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{{MPP_K}}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{{ACT_K}}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{{DEV_K}}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{{ADP_K}}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{{EXT_K}}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449023683"/>
                  </a:ext>
                </a:extLst>
              </a:tr>
              <a:tr h="489856">
                <a:tc>
                  <a:txBody>
                    <a:bodyPr/>
                    <a:lstStyle/>
                    <a:p>
                      <a:r>
                        <a:rPr lang="en-US" dirty="0"/>
                        <a:t>{{L}}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{{MPP_L}}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{{ACT_L}}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{{DEV_L}}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{{ADP_L}}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{{EXT_L}}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856619760"/>
                  </a:ext>
                </a:extLst>
              </a:tr>
            </a:tbl>
          </a:graphicData>
        </a:graphic>
      </p:graphicFrame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B029EA28-18FD-CA27-7745-76332830C9B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653742800"/>
              </p:ext>
            </p:extLst>
          </p:nvPr>
        </p:nvGraphicFramePr>
        <p:xfrm>
          <a:off x="11065326" y="2933700"/>
          <a:ext cx="6308274" cy="644433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95400">
                  <a:extLst>
                    <a:ext uri="{9D8B030D-6E8A-4147-A177-3AD203B41FA5}">
                      <a16:colId xmlns:a16="http://schemas.microsoft.com/office/drawing/2014/main" val="350356184"/>
                    </a:ext>
                  </a:extLst>
                </a:gridCol>
                <a:gridCol w="1143000">
                  <a:extLst>
                    <a:ext uri="{9D8B030D-6E8A-4147-A177-3AD203B41FA5}">
                      <a16:colId xmlns:a16="http://schemas.microsoft.com/office/drawing/2014/main" val="122338166"/>
                    </a:ext>
                  </a:extLst>
                </a:gridCol>
                <a:gridCol w="1295400">
                  <a:extLst>
                    <a:ext uri="{9D8B030D-6E8A-4147-A177-3AD203B41FA5}">
                      <a16:colId xmlns:a16="http://schemas.microsoft.com/office/drawing/2014/main" val="2636474016"/>
                    </a:ext>
                  </a:extLst>
                </a:gridCol>
                <a:gridCol w="1219200">
                  <a:extLst>
                    <a:ext uri="{9D8B030D-6E8A-4147-A177-3AD203B41FA5}">
                      <a16:colId xmlns:a16="http://schemas.microsoft.com/office/drawing/2014/main" val="3822958118"/>
                    </a:ext>
                  </a:extLst>
                </a:gridCol>
                <a:gridCol w="1355274">
                  <a:extLst>
                    <a:ext uri="{9D8B030D-6E8A-4147-A177-3AD203B41FA5}">
                      <a16:colId xmlns:a16="http://schemas.microsoft.com/office/drawing/2014/main" val="2874381739"/>
                    </a:ext>
                  </a:extLst>
                </a:gridCol>
              </a:tblGrid>
              <a:tr h="609600">
                <a:tc>
                  <a:txBody>
                    <a:bodyPr/>
                    <a:lstStyle/>
                    <a:p>
                      <a:pPr algn="ctr"/>
                      <a:r>
                        <a:rPr lang="en-US" sz="1600" dirty="0">
                          <a:latin typeface="TT Firs Neue" panose="020B0003030000020004"/>
                        </a:rPr>
                        <a:t>Interview</a:t>
                      </a:r>
                    </a:p>
                  </a:txBody>
                  <a:tcPr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680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dirty="0" err="1">
                          <a:latin typeface="TT Firs Neue" panose="020B0003030000020004"/>
                        </a:rPr>
                        <a:t>Psychotest</a:t>
                      </a:r>
                      <a:endParaRPr lang="en-US" sz="1600" dirty="0">
                        <a:latin typeface="TT Firs Neue" panose="020B0003030000020004"/>
                      </a:endParaRPr>
                    </a:p>
                  </a:txBody>
                  <a:tcPr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680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dirty="0">
                          <a:latin typeface="TT Firs Neue" panose="020B0003030000020004"/>
                        </a:rPr>
                        <a:t>Offering</a:t>
                      </a:r>
                    </a:p>
                  </a:txBody>
                  <a:tcPr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680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dirty="0">
                          <a:latin typeface="TT Firs Neue" panose="020B0003030000020004"/>
                        </a:rPr>
                        <a:t>MCU</a:t>
                      </a:r>
                    </a:p>
                  </a:txBody>
                  <a:tcPr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680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dirty="0">
                          <a:latin typeface="TT Firs Neue" panose="020B0003030000020004"/>
                        </a:rPr>
                        <a:t>Est Dev</a:t>
                      </a:r>
                    </a:p>
                  </a:txBody>
                  <a:tcPr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680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82292918"/>
                  </a:ext>
                </a:extLst>
              </a:tr>
              <a:tr h="468087">
                <a:tc>
                  <a:txBody>
                    <a:bodyPr/>
                    <a:lstStyle/>
                    <a:p>
                      <a:r>
                        <a:rPr lang="en-US" dirty="0"/>
                        <a:t>{{</a:t>
                      </a:r>
                      <a:r>
                        <a:rPr lang="en-US" dirty="0" err="1"/>
                        <a:t>int_A</a:t>
                      </a:r>
                      <a:r>
                        <a:rPr lang="en-US" dirty="0"/>
                        <a:t>}}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{{</a:t>
                      </a:r>
                      <a:r>
                        <a:rPr lang="en-US" dirty="0" err="1"/>
                        <a:t>psy_A</a:t>
                      </a:r>
                      <a:r>
                        <a:rPr lang="en-US" dirty="0"/>
                        <a:t>}}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{{</a:t>
                      </a:r>
                      <a:r>
                        <a:rPr lang="en-US" dirty="0" err="1"/>
                        <a:t>ofe_A</a:t>
                      </a:r>
                      <a:r>
                        <a:rPr lang="en-US" dirty="0"/>
                        <a:t>}}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{{</a:t>
                      </a:r>
                      <a:r>
                        <a:rPr lang="en-US" dirty="0" err="1"/>
                        <a:t>mcu_A</a:t>
                      </a:r>
                      <a:r>
                        <a:rPr lang="en-US" dirty="0"/>
                        <a:t>}}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{{</a:t>
                      </a:r>
                      <a:r>
                        <a:rPr lang="en-US" dirty="0" err="1"/>
                        <a:t>devf_A</a:t>
                      </a:r>
                      <a:r>
                        <a:rPr lang="en-US" dirty="0"/>
                        <a:t>}}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662413333"/>
                  </a:ext>
                </a:extLst>
              </a:tr>
              <a:tr h="533400">
                <a:tc>
                  <a:txBody>
                    <a:bodyPr/>
                    <a:lstStyle/>
                    <a:p>
                      <a:r>
                        <a:rPr lang="en-US" dirty="0"/>
                        <a:t>{{</a:t>
                      </a:r>
                      <a:r>
                        <a:rPr lang="en-US" dirty="0" err="1"/>
                        <a:t>int_B</a:t>
                      </a:r>
                      <a:r>
                        <a:rPr lang="en-US" dirty="0"/>
                        <a:t>}}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{{</a:t>
                      </a:r>
                      <a:r>
                        <a:rPr lang="en-US" dirty="0" err="1"/>
                        <a:t>psy_B</a:t>
                      </a:r>
                      <a:r>
                        <a:rPr lang="en-US" dirty="0"/>
                        <a:t>}}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{{</a:t>
                      </a:r>
                      <a:r>
                        <a:rPr lang="en-US" dirty="0" err="1"/>
                        <a:t>ofe_B</a:t>
                      </a:r>
                      <a:r>
                        <a:rPr lang="en-US" dirty="0"/>
                        <a:t>}}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{{</a:t>
                      </a:r>
                      <a:r>
                        <a:rPr lang="en-US" dirty="0" err="1"/>
                        <a:t>mcu_B</a:t>
                      </a:r>
                      <a:r>
                        <a:rPr lang="en-US" dirty="0"/>
                        <a:t>}}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{{</a:t>
                      </a:r>
                      <a:r>
                        <a:rPr lang="en-US" dirty="0" err="1"/>
                        <a:t>devf_B</a:t>
                      </a:r>
                      <a:r>
                        <a:rPr lang="en-US" dirty="0"/>
                        <a:t>}}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53775361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r>
                        <a:rPr lang="en-US" dirty="0"/>
                        <a:t>{{</a:t>
                      </a:r>
                      <a:r>
                        <a:rPr lang="en-US" dirty="0" err="1"/>
                        <a:t>int_C</a:t>
                      </a:r>
                      <a:r>
                        <a:rPr lang="en-US" dirty="0"/>
                        <a:t>}}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{{</a:t>
                      </a:r>
                      <a:r>
                        <a:rPr lang="en-US" dirty="0" err="1"/>
                        <a:t>psy_C</a:t>
                      </a:r>
                      <a:r>
                        <a:rPr lang="en-US" dirty="0"/>
                        <a:t>}}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{{</a:t>
                      </a:r>
                      <a:r>
                        <a:rPr lang="en-US" dirty="0" err="1"/>
                        <a:t>ofe_C</a:t>
                      </a:r>
                      <a:r>
                        <a:rPr lang="en-US" dirty="0"/>
                        <a:t>}}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{{</a:t>
                      </a:r>
                      <a:r>
                        <a:rPr lang="en-US" dirty="0" err="1"/>
                        <a:t>mcu_C</a:t>
                      </a:r>
                      <a:r>
                        <a:rPr lang="en-US" dirty="0"/>
                        <a:t>}}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{{</a:t>
                      </a:r>
                      <a:r>
                        <a:rPr lang="en-US" dirty="0" err="1"/>
                        <a:t>devf_C</a:t>
                      </a:r>
                      <a:r>
                        <a:rPr lang="en-US" dirty="0"/>
                        <a:t>}}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013213267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r>
                        <a:rPr lang="en-US" dirty="0"/>
                        <a:t>{{</a:t>
                      </a:r>
                      <a:r>
                        <a:rPr lang="en-US" dirty="0" err="1"/>
                        <a:t>int_D</a:t>
                      </a:r>
                      <a:r>
                        <a:rPr lang="en-US" dirty="0"/>
                        <a:t>}}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{{</a:t>
                      </a:r>
                      <a:r>
                        <a:rPr lang="en-US" dirty="0" err="1"/>
                        <a:t>psy_D</a:t>
                      </a:r>
                      <a:r>
                        <a:rPr lang="en-US" dirty="0"/>
                        <a:t>}}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{{</a:t>
                      </a:r>
                      <a:r>
                        <a:rPr lang="en-US" dirty="0" err="1"/>
                        <a:t>ofe_D</a:t>
                      </a:r>
                      <a:r>
                        <a:rPr lang="en-US" dirty="0"/>
                        <a:t>}}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{{</a:t>
                      </a:r>
                      <a:r>
                        <a:rPr lang="en-US" dirty="0" err="1"/>
                        <a:t>mcu_D</a:t>
                      </a:r>
                      <a:r>
                        <a:rPr lang="en-US" dirty="0"/>
                        <a:t>}}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{{</a:t>
                      </a:r>
                      <a:r>
                        <a:rPr lang="en-US" dirty="0" err="1"/>
                        <a:t>devf_D</a:t>
                      </a:r>
                      <a:r>
                        <a:rPr lang="en-US" dirty="0"/>
                        <a:t>}}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141962881"/>
                  </a:ext>
                </a:extLst>
              </a:tr>
              <a:tr h="489856">
                <a:tc>
                  <a:txBody>
                    <a:bodyPr/>
                    <a:lstStyle/>
                    <a:p>
                      <a:r>
                        <a:rPr lang="en-US" dirty="0"/>
                        <a:t>{{</a:t>
                      </a:r>
                      <a:r>
                        <a:rPr lang="en-US" dirty="0" err="1"/>
                        <a:t>int_E</a:t>
                      </a:r>
                      <a:r>
                        <a:rPr lang="en-US" dirty="0"/>
                        <a:t>}}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{{</a:t>
                      </a:r>
                      <a:r>
                        <a:rPr lang="en-US" dirty="0" err="1"/>
                        <a:t>psy_E</a:t>
                      </a:r>
                      <a:r>
                        <a:rPr lang="en-US" dirty="0"/>
                        <a:t>}}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{{</a:t>
                      </a:r>
                      <a:r>
                        <a:rPr lang="en-US" dirty="0" err="1"/>
                        <a:t>ofe_E</a:t>
                      </a:r>
                      <a:r>
                        <a:rPr lang="en-US" dirty="0"/>
                        <a:t>}}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{{</a:t>
                      </a:r>
                      <a:r>
                        <a:rPr lang="en-US" dirty="0" err="1"/>
                        <a:t>mcu_E</a:t>
                      </a:r>
                      <a:r>
                        <a:rPr lang="en-US" dirty="0"/>
                        <a:t>}}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{{</a:t>
                      </a:r>
                      <a:r>
                        <a:rPr lang="en-US" dirty="0" err="1"/>
                        <a:t>devf_E</a:t>
                      </a:r>
                      <a:r>
                        <a:rPr lang="en-US" dirty="0"/>
                        <a:t>}}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260629303"/>
                  </a:ext>
                </a:extLst>
              </a:tr>
              <a:tr h="489856">
                <a:tc>
                  <a:txBody>
                    <a:bodyPr/>
                    <a:lstStyle/>
                    <a:p>
                      <a:r>
                        <a:rPr lang="en-US" dirty="0"/>
                        <a:t>{{</a:t>
                      </a:r>
                      <a:r>
                        <a:rPr lang="en-US" dirty="0" err="1"/>
                        <a:t>int_F</a:t>
                      </a:r>
                      <a:r>
                        <a:rPr lang="en-US" dirty="0"/>
                        <a:t>}}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{{</a:t>
                      </a:r>
                      <a:r>
                        <a:rPr lang="en-US" dirty="0" err="1"/>
                        <a:t>psy_F</a:t>
                      </a:r>
                      <a:r>
                        <a:rPr lang="en-US" dirty="0"/>
                        <a:t>}}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{{</a:t>
                      </a:r>
                      <a:r>
                        <a:rPr lang="en-US" dirty="0" err="1"/>
                        <a:t>ofe_F</a:t>
                      </a:r>
                      <a:r>
                        <a:rPr lang="en-US" dirty="0"/>
                        <a:t>}}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{{</a:t>
                      </a:r>
                      <a:r>
                        <a:rPr lang="en-US" dirty="0" err="1"/>
                        <a:t>mcu_F</a:t>
                      </a:r>
                      <a:r>
                        <a:rPr lang="en-US" dirty="0"/>
                        <a:t>}}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{{</a:t>
                      </a:r>
                      <a:r>
                        <a:rPr lang="en-US" dirty="0" err="1"/>
                        <a:t>devf_F</a:t>
                      </a:r>
                      <a:r>
                        <a:rPr lang="en-US" dirty="0"/>
                        <a:t>}}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380510905"/>
                  </a:ext>
                </a:extLst>
              </a:tr>
              <a:tr h="489856">
                <a:tc>
                  <a:txBody>
                    <a:bodyPr/>
                    <a:lstStyle/>
                    <a:p>
                      <a:r>
                        <a:rPr lang="en-US" dirty="0"/>
                        <a:t>{{</a:t>
                      </a:r>
                      <a:r>
                        <a:rPr lang="en-US" dirty="0" err="1"/>
                        <a:t>int_G</a:t>
                      </a:r>
                      <a:r>
                        <a:rPr lang="en-US" dirty="0"/>
                        <a:t>}}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{{</a:t>
                      </a:r>
                      <a:r>
                        <a:rPr lang="en-US" dirty="0" err="1"/>
                        <a:t>psy_G</a:t>
                      </a:r>
                      <a:r>
                        <a:rPr lang="en-US" dirty="0"/>
                        <a:t>}}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{{</a:t>
                      </a:r>
                      <a:r>
                        <a:rPr lang="en-US" dirty="0" err="1"/>
                        <a:t>ofe_G</a:t>
                      </a:r>
                      <a:r>
                        <a:rPr lang="en-US" dirty="0"/>
                        <a:t>}}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{{</a:t>
                      </a:r>
                      <a:r>
                        <a:rPr lang="en-US" dirty="0" err="1"/>
                        <a:t>mcu_G</a:t>
                      </a:r>
                      <a:r>
                        <a:rPr lang="en-US" dirty="0"/>
                        <a:t>}}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{{</a:t>
                      </a:r>
                      <a:r>
                        <a:rPr lang="en-US" dirty="0" err="1"/>
                        <a:t>devf_G</a:t>
                      </a:r>
                      <a:r>
                        <a:rPr lang="en-US" dirty="0"/>
                        <a:t>}}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447019494"/>
                  </a:ext>
                </a:extLst>
              </a:tr>
              <a:tr h="489856">
                <a:tc>
                  <a:txBody>
                    <a:bodyPr/>
                    <a:lstStyle/>
                    <a:p>
                      <a:r>
                        <a:rPr lang="en-US" dirty="0"/>
                        <a:t>{{</a:t>
                      </a:r>
                      <a:r>
                        <a:rPr lang="en-US" dirty="0" err="1"/>
                        <a:t>int_H</a:t>
                      </a:r>
                      <a:r>
                        <a:rPr lang="en-US" dirty="0"/>
                        <a:t>}}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{{</a:t>
                      </a:r>
                      <a:r>
                        <a:rPr lang="en-US" dirty="0" err="1"/>
                        <a:t>psy_H</a:t>
                      </a:r>
                      <a:r>
                        <a:rPr lang="en-US" dirty="0"/>
                        <a:t>}}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{{</a:t>
                      </a:r>
                      <a:r>
                        <a:rPr lang="en-US" dirty="0" err="1"/>
                        <a:t>ofe_H</a:t>
                      </a:r>
                      <a:r>
                        <a:rPr lang="en-US" dirty="0"/>
                        <a:t>}}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{{</a:t>
                      </a:r>
                      <a:r>
                        <a:rPr lang="en-US" dirty="0" err="1"/>
                        <a:t>mcu_H</a:t>
                      </a:r>
                      <a:r>
                        <a:rPr lang="en-US" dirty="0"/>
                        <a:t>}}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{{</a:t>
                      </a:r>
                      <a:r>
                        <a:rPr lang="en-US" dirty="0" err="1"/>
                        <a:t>devf_H</a:t>
                      </a:r>
                      <a:r>
                        <a:rPr lang="en-US" dirty="0"/>
                        <a:t>}}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072080408"/>
                  </a:ext>
                </a:extLst>
              </a:tr>
              <a:tr h="489856">
                <a:tc>
                  <a:txBody>
                    <a:bodyPr/>
                    <a:lstStyle/>
                    <a:p>
                      <a:r>
                        <a:rPr lang="en-US" dirty="0"/>
                        <a:t>{{</a:t>
                      </a:r>
                      <a:r>
                        <a:rPr lang="en-US" dirty="0" err="1"/>
                        <a:t>int_I</a:t>
                      </a:r>
                      <a:r>
                        <a:rPr lang="en-US" dirty="0"/>
                        <a:t>}}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{{</a:t>
                      </a:r>
                      <a:r>
                        <a:rPr lang="en-US" dirty="0" err="1"/>
                        <a:t>psy_I</a:t>
                      </a:r>
                      <a:r>
                        <a:rPr lang="en-US" dirty="0"/>
                        <a:t>}}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{{</a:t>
                      </a:r>
                      <a:r>
                        <a:rPr lang="en-US" dirty="0" err="1"/>
                        <a:t>ofe_I</a:t>
                      </a:r>
                      <a:r>
                        <a:rPr lang="en-US" dirty="0"/>
                        <a:t>}}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{{</a:t>
                      </a:r>
                      <a:r>
                        <a:rPr lang="en-US" dirty="0" err="1"/>
                        <a:t>mcu_I</a:t>
                      </a:r>
                      <a:r>
                        <a:rPr lang="en-US" dirty="0"/>
                        <a:t>}}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{{</a:t>
                      </a:r>
                      <a:r>
                        <a:rPr lang="en-US" dirty="0" err="1"/>
                        <a:t>devf_I</a:t>
                      </a:r>
                      <a:r>
                        <a:rPr lang="en-US" dirty="0"/>
                        <a:t>}}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087215315"/>
                  </a:ext>
                </a:extLst>
              </a:tr>
              <a:tr h="489856">
                <a:tc>
                  <a:txBody>
                    <a:bodyPr/>
                    <a:lstStyle/>
                    <a:p>
                      <a:r>
                        <a:rPr lang="en-US" dirty="0"/>
                        <a:t>{{</a:t>
                      </a:r>
                      <a:r>
                        <a:rPr lang="en-US" dirty="0" err="1"/>
                        <a:t>int_J</a:t>
                      </a:r>
                      <a:r>
                        <a:rPr lang="en-US" dirty="0"/>
                        <a:t>}}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{{</a:t>
                      </a:r>
                      <a:r>
                        <a:rPr lang="en-US" dirty="0" err="1"/>
                        <a:t>psy_J</a:t>
                      </a:r>
                      <a:r>
                        <a:rPr lang="en-US" dirty="0"/>
                        <a:t>}}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{{</a:t>
                      </a:r>
                      <a:r>
                        <a:rPr lang="en-US" dirty="0" err="1"/>
                        <a:t>ofe_J</a:t>
                      </a:r>
                      <a:r>
                        <a:rPr lang="en-US" dirty="0"/>
                        <a:t>}}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{{</a:t>
                      </a:r>
                      <a:r>
                        <a:rPr lang="en-US" dirty="0" err="1"/>
                        <a:t>mcu_J</a:t>
                      </a:r>
                      <a:r>
                        <a:rPr lang="en-US" dirty="0"/>
                        <a:t>}}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{{</a:t>
                      </a:r>
                      <a:r>
                        <a:rPr lang="en-US" dirty="0" err="1"/>
                        <a:t>devf_J</a:t>
                      </a:r>
                      <a:r>
                        <a:rPr lang="en-US" dirty="0"/>
                        <a:t>}}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011568881"/>
                  </a:ext>
                </a:extLst>
              </a:tr>
              <a:tr h="489856">
                <a:tc>
                  <a:txBody>
                    <a:bodyPr/>
                    <a:lstStyle/>
                    <a:p>
                      <a:r>
                        <a:rPr lang="en-US" dirty="0"/>
                        <a:t>{{</a:t>
                      </a:r>
                      <a:r>
                        <a:rPr lang="en-US" dirty="0" err="1"/>
                        <a:t>int_K</a:t>
                      </a:r>
                      <a:r>
                        <a:rPr lang="en-US" dirty="0"/>
                        <a:t>}}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{{</a:t>
                      </a:r>
                      <a:r>
                        <a:rPr lang="en-US" dirty="0" err="1"/>
                        <a:t>psy_K</a:t>
                      </a:r>
                      <a:r>
                        <a:rPr lang="en-US" dirty="0"/>
                        <a:t>}}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{{</a:t>
                      </a:r>
                      <a:r>
                        <a:rPr lang="en-US" dirty="0" err="1"/>
                        <a:t>ofe_K</a:t>
                      </a:r>
                      <a:r>
                        <a:rPr lang="en-US" dirty="0"/>
                        <a:t>}}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{{</a:t>
                      </a:r>
                      <a:r>
                        <a:rPr lang="en-US" dirty="0" err="1"/>
                        <a:t>mcu_K</a:t>
                      </a:r>
                      <a:r>
                        <a:rPr lang="en-US" dirty="0"/>
                        <a:t>}}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{{</a:t>
                      </a:r>
                      <a:r>
                        <a:rPr lang="en-US" dirty="0" err="1"/>
                        <a:t>devf_K</a:t>
                      </a:r>
                      <a:r>
                        <a:rPr lang="en-US" dirty="0"/>
                        <a:t>}}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860483314"/>
                  </a:ext>
                </a:extLst>
              </a:tr>
              <a:tr h="489856">
                <a:tc>
                  <a:txBody>
                    <a:bodyPr/>
                    <a:lstStyle/>
                    <a:p>
                      <a:r>
                        <a:rPr lang="en-US" dirty="0"/>
                        <a:t>{{</a:t>
                      </a:r>
                      <a:r>
                        <a:rPr lang="en-US" dirty="0" err="1"/>
                        <a:t>int_L</a:t>
                      </a:r>
                      <a:r>
                        <a:rPr lang="en-US" dirty="0"/>
                        <a:t>}}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{{</a:t>
                      </a:r>
                      <a:r>
                        <a:rPr lang="en-US" dirty="0" err="1"/>
                        <a:t>psy_L</a:t>
                      </a:r>
                      <a:r>
                        <a:rPr lang="en-US" dirty="0"/>
                        <a:t>}}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{{</a:t>
                      </a:r>
                      <a:r>
                        <a:rPr lang="en-US" dirty="0" err="1"/>
                        <a:t>ofe_L</a:t>
                      </a:r>
                      <a:r>
                        <a:rPr lang="en-US" dirty="0"/>
                        <a:t>}}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{{</a:t>
                      </a:r>
                      <a:r>
                        <a:rPr lang="en-US" dirty="0" err="1"/>
                        <a:t>mcu_L</a:t>
                      </a:r>
                      <a:r>
                        <a:rPr lang="en-US" dirty="0"/>
                        <a:t>}}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{{</a:t>
                      </a:r>
                      <a:r>
                        <a:rPr lang="en-US" dirty="0" err="1"/>
                        <a:t>devf_L</a:t>
                      </a:r>
                      <a:r>
                        <a:rPr lang="en-US" dirty="0"/>
                        <a:t>}}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836041743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05471336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4DEC9DA-2C4C-0325-B44D-1595D1BBE8A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0" name="Picture 59">
            <a:extLst>
              <a:ext uri="{FF2B5EF4-FFF2-40B4-BE49-F238E27FC236}">
                <a16:creationId xmlns:a16="http://schemas.microsoft.com/office/drawing/2014/main" id="{5CCC8EA0-BF66-F879-C576-ADD9797FB169}"/>
              </a:ext>
            </a:extLst>
          </p:cNvPr>
          <p:cNvPicPr>
            <a:picLocks noChangeAspect="1"/>
          </p:cNvPicPr>
          <p:nvPr/>
        </p:nvPicPr>
        <p:blipFill>
          <a:blip r:embed="rId3" cstate="screen"/>
          <a:stretch>
            <a:fillRect/>
          </a:stretch>
        </p:blipFill>
        <p:spPr>
          <a:xfrm>
            <a:off x="-152400" y="-223570"/>
            <a:ext cx="3048000" cy="1761882"/>
          </a:xfrm>
          <a:prstGeom prst="rect">
            <a:avLst/>
          </a:prstGeom>
        </p:spPr>
      </p:pic>
      <p:sp>
        <p:nvSpPr>
          <p:cNvPr id="61" name="TextBox 60">
            <a:extLst>
              <a:ext uri="{FF2B5EF4-FFF2-40B4-BE49-F238E27FC236}">
                <a16:creationId xmlns:a16="http://schemas.microsoft.com/office/drawing/2014/main" id="{68A841E6-AF1B-F701-7352-8B94E105D394}"/>
              </a:ext>
            </a:extLst>
          </p:cNvPr>
          <p:cNvSpPr txBox="1"/>
          <p:nvPr/>
        </p:nvSpPr>
        <p:spPr>
          <a:xfrm>
            <a:off x="2895600" y="245359"/>
            <a:ext cx="13330159" cy="834972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lvl="0">
              <a:lnSpc>
                <a:spcPts val="7335"/>
              </a:lnSpc>
            </a:pPr>
            <a:r>
              <a:rPr lang="en-US" sz="4000" b="1" spc="-72" dirty="0">
                <a:solidFill>
                  <a:srgbClr val="FF7501"/>
                </a:solidFill>
                <a:latin typeface="TT Firs Neue" panose="020B0003030000020004" pitchFamily="34" charset="0"/>
                <a:ea typeface="Cooper Hewitt Bold"/>
                <a:cs typeface="Cooper Hewitt Bold"/>
                <a:sym typeface="Cooper Hewitt Bold"/>
              </a:rPr>
              <a:t>Plan Fulfillment MP 2026 – KCP</a:t>
            </a:r>
            <a:endParaRPr lang="en-US" sz="4000" b="1" spc="-72" dirty="0">
              <a:solidFill>
                <a:srgbClr val="FF7501"/>
              </a:solidFill>
              <a:latin typeface="Trade Gothic Next Heavy" panose="020B0903040303020004" pitchFamily="34" charset="0"/>
              <a:ea typeface="Cooper Hewitt Bold"/>
              <a:cs typeface="Cooper Hewitt Bold"/>
              <a:sym typeface="Cooper Hewitt Bold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1AA6304C-A54F-F6ED-6F64-E4F9A52B763E}"/>
              </a:ext>
            </a:extLst>
          </p:cNvPr>
          <p:cNvSpPr txBox="1"/>
          <p:nvPr/>
        </p:nvSpPr>
        <p:spPr>
          <a:xfrm>
            <a:off x="1066800" y="1714853"/>
            <a:ext cx="10632733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rgbClr val="FF7501"/>
                </a:solidFill>
              </a:rPr>
              <a:t>Candidate Fit To Work</a:t>
            </a:r>
          </a:p>
        </p:txBody>
      </p:sp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86050DA9-54C1-2196-5C61-39475474CEB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029302012"/>
              </p:ext>
            </p:extLst>
          </p:nvPr>
        </p:nvGraphicFramePr>
        <p:xfrm>
          <a:off x="685799" y="2476169"/>
          <a:ext cx="15539959" cy="644433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962401">
                  <a:extLst>
                    <a:ext uri="{9D8B030D-6E8A-4147-A177-3AD203B41FA5}">
                      <a16:colId xmlns:a16="http://schemas.microsoft.com/office/drawing/2014/main" val="4276515888"/>
                    </a:ext>
                  </a:extLst>
                </a:gridCol>
                <a:gridCol w="1524000">
                  <a:extLst>
                    <a:ext uri="{9D8B030D-6E8A-4147-A177-3AD203B41FA5}">
                      <a16:colId xmlns:a16="http://schemas.microsoft.com/office/drawing/2014/main" val="419630364"/>
                    </a:ext>
                  </a:extLst>
                </a:gridCol>
                <a:gridCol w="4594242">
                  <a:extLst>
                    <a:ext uri="{9D8B030D-6E8A-4147-A177-3AD203B41FA5}">
                      <a16:colId xmlns:a16="http://schemas.microsoft.com/office/drawing/2014/main" val="1389350416"/>
                    </a:ext>
                  </a:extLst>
                </a:gridCol>
                <a:gridCol w="1974645">
                  <a:extLst>
                    <a:ext uri="{9D8B030D-6E8A-4147-A177-3AD203B41FA5}">
                      <a16:colId xmlns:a16="http://schemas.microsoft.com/office/drawing/2014/main" val="3011479742"/>
                    </a:ext>
                  </a:extLst>
                </a:gridCol>
                <a:gridCol w="1858489">
                  <a:extLst>
                    <a:ext uri="{9D8B030D-6E8A-4147-A177-3AD203B41FA5}">
                      <a16:colId xmlns:a16="http://schemas.microsoft.com/office/drawing/2014/main" val="4016678873"/>
                    </a:ext>
                  </a:extLst>
                </a:gridCol>
                <a:gridCol w="1626182">
                  <a:extLst>
                    <a:ext uri="{9D8B030D-6E8A-4147-A177-3AD203B41FA5}">
                      <a16:colId xmlns:a16="http://schemas.microsoft.com/office/drawing/2014/main" val="593233989"/>
                    </a:ext>
                  </a:extLst>
                </a:gridCol>
              </a:tblGrid>
              <a:tr h="609600">
                <a:tc>
                  <a:txBody>
                    <a:bodyPr/>
                    <a:lstStyle/>
                    <a:p>
                      <a:pPr algn="ctr"/>
                      <a:r>
                        <a:rPr lang="en-US" sz="1600" dirty="0">
                          <a:latin typeface="TT Firs Neue" panose="020B0003030000020004"/>
                        </a:rPr>
                        <a:t>Candidate Name</a:t>
                      </a:r>
                    </a:p>
                  </a:txBody>
                  <a:tcPr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680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dirty="0">
                          <a:latin typeface="TT Firs Neue" panose="020B0003030000020004"/>
                        </a:rPr>
                        <a:t>Loc</a:t>
                      </a:r>
                    </a:p>
                  </a:txBody>
                  <a:tcPr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680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dirty="0">
                          <a:latin typeface="TT Firs Neue" panose="020B0003030000020004"/>
                        </a:rPr>
                        <a:t>Position Name</a:t>
                      </a:r>
                    </a:p>
                  </a:txBody>
                  <a:tcPr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680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dirty="0" err="1">
                          <a:latin typeface="TT Firs Neue" panose="020B0003030000020004"/>
                        </a:rPr>
                        <a:t>Departement</a:t>
                      </a:r>
                      <a:endParaRPr lang="en-US" sz="1600" dirty="0">
                        <a:latin typeface="TT Firs Neue" panose="020B0003030000020004"/>
                      </a:endParaRPr>
                    </a:p>
                  </a:txBody>
                  <a:tcPr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680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dirty="0">
                          <a:latin typeface="TT Firs Neue" panose="020B0003030000020004"/>
                        </a:rPr>
                        <a:t>Result MCU</a:t>
                      </a:r>
                    </a:p>
                  </a:txBody>
                  <a:tcPr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680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dirty="0">
                          <a:latin typeface="TT Firs Neue" panose="020B0003030000020004"/>
                        </a:rPr>
                        <a:t>Date of Onboarding</a:t>
                      </a:r>
                    </a:p>
                  </a:txBody>
                  <a:tcPr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680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75266522"/>
                  </a:ext>
                </a:extLst>
              </a:tr>
              <a:tr h="468087">
                <a:tc>
                  <a:txBody>
                    <a:bodyPr/>
                    <a:lstStyle/>
                    <a:p>
                      <a:r>
                        <a:rPr lang="en-US" dirty="0"/>
                        <a:t>{{A}}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{{</a:t>
                      </a:r>
                      <a:r>
                        <a:rPr lang="en-US" dirty="0" err="1"/>
                        <a:t>loc_A</a:t>
                      </a:r>
                      <a:r>
                        <a:rPr lang="en-US" dirty="0"/>
                        <a:t>}}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{{</a:t>
                      </a:r>
                      <a:r>
                        <a:rPr lang="en-US" dirty="0" err="1"/>
                        <a:t>Pos_A</a:t>
                      </a:r>
                      <a:r>
                        <a:rPr lang="en-US" dirty="0"/>
                        <a:t>}}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{{</a:t>
                      </a:r>
                      <a:r>
                        <a:rPr lang="en-US" dirty="0" err="1"/>
                        <a:t>dep_A</a:t>
                      </a:r>
                      <a:r>
                        <a:rPr lang="en-US" dirty="0"/>
                        <a:t>}}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{{</a:t>
                      </a:r>
                      <a:r>
                        <a:rPr lang="en-US" dirty="0" err="1"/>
                        <a:t>result_A</a:t>
                      </a:r>
                      <a:r>
                        <a:rPr lang="en-US" dirty="0"/>
                        <a:t>}}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{{</a:t>
                      </a:r>
                      <a:r>
                        <a:rPr lang="en-US" dirty="0" err="1"/>
                        <a:t>date_A</a:t>
                      </a:r>
                      <a:r>
                        <a:rPr lang="en-US" dirty="0"/>
                        <a:t>}}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36040827"/>
                  </a:ext>
                </a:extLst>
              </a:tr>
              <a:tr h="533400">
                <a:tc>
                  <a:txBody>
                    <a:bodyPr/>
                    <a:lstStyle/>
                    <a:p>
                      <a:r>
                        <a:rPr lang="en-US" dirty="0"/>
                        <a:t>{{B}}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/>
                          <a:ea typeface="+mn-ea"/>
                          <a:cs typeface="+mn-cs"/>
                        </a:rPr>
                        <a:t>{{</a:t>
                      </a:r>
                      <a:r>
                        <a:rPr kumimoji="0" lang="en-US" sz="1800" b="0" i="0" u="none" strike="noStrike" kern="1200" cap="none" spc="0" normalizeH="0" baseline="0" noProof="0" dirty="0" err="1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/>
                          <a:ea typeface="+mn-ea"/>
                          <a:cs typeface="+mn-cs"/>
                        </a:rPr>
                        <a:t>loc_B</a:t>
                      </a:r>
                      <a:r>
                        <a:rPr kumimoji="0" lang="en-US" sz="1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/>
                          <a:ea typeface="+mn-ea"/>
                          <a:cs typeface="+mn-cs"/>
                        </a:rPr>
                        <a:t>}}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{{</a:t>
                      </a:r>
                      <a:r>
                        <a:rPr lang="en-US" dirty="0" err="1"/>
                        <a:t>Pos_B</a:t>
                      </a:r>
                      <a:r>
                        <a:rPr lang="en-US" dirty="0"/>
                        <a:t>}}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{{</a:t>
                      </a:r>
                      <a:r>
                        <a:rPr lang="en-US" dirty="0" err="1"/>
                        <a:t>dep_B</a:t>
                      </a:r>
                      <a:r>
                        <a:rPr lang="en-US" dirty="0"/>
                        <a:t>}}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{{</a:t>
                      </a:r>
                      <a:r>
                        <a:rPr lang="en-US" dirty="0" err="1"/>
                        <a:t>result_B</a:t>
                      </a:r>
                      <a:r>
                        <a:rPr lang="en-US" dirty="0"/>
                        <a:t>}}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{{</a:t>
                      </a:r>
                      <a:r>
                        <a:rPr lang="en-US" dirty="0" err="1"/>
                        <a:t>date_B</a:t>
                      </a:r>
                      <a:r>
                        <a:rPr lang="en-US" dirty="0"/>
                        <a:t>}}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835680942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r>
                        <a:rPr lang="en-US" dirty="0"/>
                        <a:t>{{C}}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/>
                          <a:ea typeface="+mn-ea"/>
                          <a:cs typeface="+mn-cs"/>
                        </a:rPr>
                        <a:t>{{</a:t>
                      </a:r>
                      <a:r>
                        <a:rPr kumimoji="0" lang="en-US" sz="1800" b="0" i="0" u="none" strike="noStrike" kern="1200" cap="none" spc="0" normalizeH="0" baseline="0" noProof="0" dirty="0" err="1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/>
                          <a:ea typeface="+mn-ea"/>
                          <a:cs typeface="+mn-cs"/>
                        </a:rPr>
                        <a:t>loc_C</a:t>
                      </a:r>
                      <a:r>
                        <a:rPr kumimoji="0" lang="en-US" sz="1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/>
                          <a:ea typeface="+mn-ea"/>
                          <a:cs typeface="+mn-cs"/>
                        </a:rPr>
                        <a:t>}}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{{</a:t>
                      </a:r>
                      <a:r>
                        <a:rPr lang="en-US" dirty="0" err="1"/>
                        <a:t>Pos_C</a:t>
                      </a:r>
                      <a:r>
                        <a:rPr lang="en-US" dirty="0"/>
                        <a:t>}}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{{</a:t>
                      </a:r>
                      <a:r>
                        <a:rPr lang="en-US" dirty="0" err="1"/>
                        <a:t>dep_C</a:t>
                      </a:r>
                      <a:r>
                        <a:rPr lang="en-US" dirty="0"/>
                        <a:t>}}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{{</a:t>
                      </a:r>
                      <a:r>
                        <a:rPr lang="en-US" dirty="0" err="1"/>
                        <a:t>result_C</a:t>
                      </a:r>
                      <a:r>
                        <a:rPr lang="en-US" dirty="0"/>
                        <a:t>}}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{{</a:t>
                      </a:r>
                      <a:r>
                        <a:rPr lang="en-US" dirty="0" err="1"/>
                        <a:t>date_C</a:t>
                      </a:r>
                      <a:r>
                        <a:rPr lang="en-US" dirty="0"/>
                        <a:t>}}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579152234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r>
                        <a:rPr lang="en-US" dirty="0"/>
                        <a:t>{{D}}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/>
                          <a:ea typeface="+mn-ea"/>
                          <a:cs typeface="+mn-cs"/>
                        </a:rPr>
                        <a:t>{{</a:t>
                      </a:r>
                      <a:r>
                        <a:rPr kumimoji="0" lang="en-US" sz="1800" b="0" i="0" u="none" strike="noStrike" kern="1200" cap="none" spc="0" normalizeH="0" baseline="0" noProof="0" dirty="0" err="1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/>
                          <a:ea typeface="+mn-ea"/>
                          <a:cs typeface="+mn-cs"/>
                        </a:rPr>
                        <a:t>loc_D</a:t>
                      </a:r>
                      <a:r>
                        <a:rPr kumimoji="0" lang="en-US" sz="1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/>
                          <a:ea typeface="+mn-ea"/>
                          <a:cs typeface="+mn-cs"/>
                        </a:rPr>
                        <a:t>}}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{{</a:t>
                      </a:r>
                      <a:r>
                        <a:rPr lang="en-US" dirty="0" err="1"/>
                        <a:t>Pos_D</a:t>
                      </a:r>
                      <a:r>
                        <a:rPr lang="en-US" dirty="0"/>
                        <a:t>}}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{{</a:t>
                      </a:r>
                      <a:r>
                        <a:rPr lang="en-US" dirty="0" err="1"/>
                        <a:t>dep_D</a:t>
                      </a:r>
                      <a:r>
                        <a:rPr lang="en-US" dirty="0"/>
                        <a:t>}}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{{</a:t>
                      </a:r>
                      <a:r>
                        <a:rPr lang="en-US" dirty="0" err="1"/>
                        <a:t>result_D</a:t>
                      </a:r>
                      <a:r>
                        <a:rPr lang="en-US" dirty="0"/>
                        <a:t>}}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{{</a:t>
                      </a:r>
                      <a:r>
                        <a:rPr lang="en-US" dirty="0" err="1"/>
                        <a:t>date_D</a:t>
                      </a:r>
                      <a:r>
                        <a:rPr lang="en-US" dirty="0"/>
                        <a:t>}}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93046053"/>
                  </a:ext>
                </a:extLst>
              </a:tr>
              <a:tr h="489856">
                <a:tc>
                  <a:txBody>
                    <a:bodyPr/>
                    <a:lstStyle/>
                    <a:p>
                      <a:r>
                        <a:rPr lang="en-US" dirty="0"/>
                        <a:t>{{E}}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/>
                          <a:ea typeface="+mn-ea"/>
                          <a:cs typeface="+mn-cs"/>
                        </a:rPr>
                        <a:t>{{</a:t>
                      </a:r>
                      <a:r>
                        <a:rPr kumimoji="0" lang="en-US" sz="1800" b="0" i="0" u="none" strike="noStrike" kern="1200" cap="none" spc="0" normalizeH="0" baseline="0" noProof="0" dirty="0" err="1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/>
                          <a:ea typeface="+mn-ea"/>
                          <a:cs typeface="+mn-cs"/>
                        </a:rPr>
                        <a:t>loc_E</a:t>
                      </a:r>
                      <a:r>
                        <a:rPr kumimoji="0" lang="en-US" sz="1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/>
                          <a:ea typeface="+mn-ea"/>
                          <a:cs typeface="+mn-cs"/>
                        </a:rPr>
                        <a:t>}}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{{</a:t>
                      </a:r>
                      <a:r>
                        <a:rPr lang="en-US" dirty="0" err="1"/>
                        <a:t>Pos_E</a:t>
                      </a:r>
                      <a:r>
                        <a:rPr lang="en-US" dirty="0"/>
                        <a:t>}}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{{</a:t>
                      </a:r>
                      <a:r>
                        <a:rPr lang="en-US" dirty="0" err="1"/>
                        <a:t>dep_E</a:t>
                      </a:r>
                      <a:r>
                        <a:rPr lang="en-US" dirty="0"/>
                        <a:t>}}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{{</a:t>
                      </a:r>
                      <a:r>
                        <a:rPr lang="en-US" dirty="0" err="1"/>
                        <a:t>result_E</a:t>
                      </a:r>
                      <a:r>
                        <a:rPr lang="en-US" dirty="0"/>
                        <a:t>}}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{{</a:t>
                      </a:r>
                      <a:r>
                        <a:rPr lang="en-US" dirty="0" err="1"/>
                        <a:t>date_E</a:t>
                      </a:r>
                      <a:r>
                        <a:rPr lang="en-US" dirty="0"/>
                        <a:t>}}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266011368"/>
                  </a:ext>
                </a:extLst>
              </a:tr>
              <a:tr h="489856">
                <a:tc>
                  <a:txBody>
                    <a:bodyPr/>
                    <a:lstStyle/>
                    <a:p>
                      <a:r>
                        <a:rPr lang="en-US" dirty="0"/>
                        <a:t>{{F}}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/>
                          <a:ea typeface="+mn-ea"/>
                          <a:cs typeface="+mn-cs"/>
                        </a:rPr>
                        <a:t>{{</a:t>
                      </a:r>
                      <a:r>
                        <a:rPr kumimoji="0" lang="en-US" sz="1800" b="0" i="0" u="none" strike="noStrike" kern="1200" cap="none" spc="0" normalizeH="0" baseline="0" noProof="0" dirty="0" err="1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/>
                          <a:ea typeface="+mn-ea"/>
                          <a:cs typeface="+mn-cs"/>
                        </a:rPr>
                        <a:t>loc_F</a:t>
                      </a:r>
                      <a:r>
                        <a:rPr kumimoji="0" lang="en-US" sz="1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/>
                          <a:ea typeface="+mn-ea"/>
                          <a:cs typeface="+mn-cs"/>
                        </a:rPr>
                        <a:t>}}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{{</a:t>
                      </a:r>
                      <a:r>
                        <a:rPr lang="en-US" dirty="0" err="1"/>
                        <a:t>Pos_F</a:t>
                      </a:r>
                      <a:r>
                        <a:rPr lang="en-US" dirty="0"/>
                        <a:t>}}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{{</a:t>
                      </a:r>
                      <a:r>
                        <a:rPr lang="en-US" dirty="0" err="1"/>
                        <a:t>dep_F</a:t>
                      </a:r>
                      <a:r>
                        <a:rPr lang="en-US" dirty="0"/>
                        <a:t>}}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{{</a:t>
                      </a:r>
                      <a:r>
                        <a:rPr lang="en-US" dirty="0" err="1"/>
                        <a:t>result_F</a:t>
                      </a:r>
                      <a:r>
                        <a:rPr lang="en-US" dirty="0"/>
                        <a:t>}}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{{</a:t>
                      </a:r>
                      <a:r>
                        <a:rPr lang="en-US" dirty="0" err="1"/>
                        <a:t>date_F</a:t>
                      </a:r>
                      <a:r>
                        <a:rPr lang="en-US" dirty="0"/>
                        <a:t>}}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644472818"/>
                  </a:ext>
                </a:extLst>
              </a:tr>
              <a:tr h="489856">
                <a:tc>
                  <a:txBody>
                    <a:bodyPr/>
                    <a:lstStyle/>
                    <a:p>
                      <a:r>
                        <a:rPr lang="en-US" dirty="0"/>
                        <a:t>{{G}}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/>
                          <a:ea typeface="+mn-ea"/>
                          <a:cs typeface="+mn-cs"/>
                        </a:rPr>
                        <a:t>{{</a:t>
                      </a:r>
                      <a:r>
                        <a:rPr kumimoji="0" lang="en-US" sz="1800" b="0" i="0" u="none" strike="noStrike" kern="1200" cap="none" spc="0" normalizeH="0" baseline="0" noProof="0" dirty="0" err="1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/>
                          <a:ea typeface="+mn-ea"/>
                          <a:cs typeface="+mn-cs"/>
                        </a:rPr>
                        <a:t>loc_G</a:t>
                      </a:r>
                      <a:r>
                        <a:rPr kumimoji="0" lang="en-US" sz="1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/>
                          <a:ea typeface="+mn-ea"/>
                          <a:cs typeface="+mn-cs"/>
                        </a:rPr>
                        <a:t>}}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{{</a:t>
                      </a:r>
                      <a:r>
                        <a:rPr lang="en-US" dirty="0" err="1"/>
                        <a:t>Pos_G</a:t>
                      </a:r>
                      <a:r>
                        <a:rPr lang="en-US" dirty="0"/>
                        <a:t>}}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{{</a:t>
                      </a:r>
                      <a:r>
                        <a:rPr lang="en-US" dirty="0" err="1"/>
                        <a:t>dep_G</a:t>
                      </a:r>
                      <a:r>
                        <a:rPr lang="en-US" dirty="0"/>
                        <a:t>}}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{{</a:t>
                      </a:r>
                      <a:r>
                        <a:rPr lang="en-US" dirty="0" err="1"/>
                        <a:t>result_G</a:t>
                      </a:r>
                      <a:r>
                        <a:rPr lang="en-US" dirty="0"/>
                        <a:t>}}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{{</a:t>
                      </a:r>
                      <a:r>
                        <a:rPr lang="en-US" dirty="0" err="1"/>
                        <a:t>date_G</a:t>
                      </a:r>
                      <a:r>
                        <a:rPr lang="en-US" dirty="0"/>
                        <a:t>}}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666805851"/>
                  </a:ext>
                </a:extLst>
              </a:tr>
              <a:tr h="489856">
                <a:tc>
                  <a:txBody>
                    <a:bodyPr/>
                    <a:lstStyle/>
                    <a:p>
                      <a:r>
                        <a:rPr lang="en-US" dirty="0"/>
                        <a:t>{{H}}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/>
                          <a:ea typeface="+mn-ea"/>
                          <a:cs typeface="+mn-cs"/>
                        </a:rPr>
                        <a:t>{{</a:t>
                      </a:r>
                      <a:r>
                        <a:rPr kumimoji="0" lang="en-US" sz="1800" b="0" i="0" u="none" strike="noStrike" kern="1200" cap="none" spc="0" normalizeH="0" baseline="0" noProof="0" dirty="0" err="1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/>
                          <a:ea typeface="+mn-ea"/>
                          <a:cs typeface="+mn-cs"/>
                        </a:rPr>
                        <a:t>loc_H</a:t>
                      </a:r>
                      <a:r>
                        <a:rPr kumimoji="0" lang="en-US" sz="1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/>
                          <a:ea typeface="+mn-ea"/>
                          <a:cs typeface="+mn-cs"/>
                        </a:rPr>
                        <a:t>}}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{{</a:t>
                      </a:r>
                      <a:r>
                        <a:rPr lang="en-US" dirty="0" err="1"/>
                        <a:t>Pos_H</a:t>
                      </a:r>
                      <a:r>
                        <a:rPr lang="en-US" dirty="0"/>
                        <a:t>}}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{{</a:t>
                      </a:r>
                      <a:r>
                        <a:rPr lang="en-US" dirty="0" err="1"/>
                        <a:t>dep_H</a:t>
                      </a:r>
                      <a:r>
                        <a:rPr lang="en-US" dirty="0"/>
                        <a:t>}}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{{</a:t>
                      </a:r>
                      <a:r>
                        <a:rPr lang="en-US" dirty="0" err="1"/>
                        <a:t>result_H</a:t>
                      </a:r>
                      <a:r>
                        <a:rPr lang="en-US" dirty="0"/>
                        <a:t>}}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{{</a:t>
                      </a:r>
                      <a:r>
                        <a:rPr lang="en-US" dirty="0" err="1"/>
                        <a:t>date_H</a:t>
                      </a:r>
                      <a:r>
                        <a:rPr lang="en-US" dirty="0"/>
                        <a:t>}}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187239074"/>
                  </a:ext>
                </a:extLst>
              </a:tr>
              <a:tr h="489856">
                <a:tc>
                  <a:txBody>
                    <a:bodyPr/>
                    <a:lstStyle/>
                    <a:p>
                      <a:r>
                        <a:rPr lang="en-US" dirty="0"/>
                        <a:t>{{I}}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/>
                          <a:ea typeface="+mn-ea"/>
                          <a:cs typeface="+mn-cs"/>
                        </a:rPr>
                        <a:t>{{</a:t>
                      </a:r>
                      <a:r>
                        <a:rPr kumimoji="0" lang="en-US" sz="1800" b="0" i="0" u="none" strike="noStrike" kern="1200" cap="none" spc="0" normalizeH="0" baseline="0" noProof="0" dirty="0" err="1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/>
                          <a:ea typeface="+mn-ea"/>
                          <a:cs typeface="+mn-cs"/>
                        </a:rPr>
                        <a:t>loc_I</a:t>
                      </a:r>
                      <a:r>
                        <a:rPr kumimoji="0" lang="en-US" sz="1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/>
                          <a:ea typeface="+mn-ea"/>
                          <a:cs typeface="+mn-cs"/>
                        </a:rPr>
                        <a:t>}}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{{</a:t>
                      </a:r>
                      <a:r>
                        <a:rPr lang="en-US" dirty="0" err="1"/>
                        <a:t>Pos_I</a:t>
                      </a:r>
                      <a:r>
                        <a:rPr lang="en-US" dirty="0"/>
                        <a:t>}}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{{</a:t>
                      </a:r>
                      <a:r>
                        <a:rPr lang="en-US" dirty="0" err="1"/>
                        <a:t>dep_I</a:t>
                      </a:r>
                      <a:r>
                        <a:rPr lang="en-US" dirty="0"/>
                        <a:t>}}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{{</a:t>
                      </a:r>
                      <a:r>
                        <a:rPr lang="en-US" dirty="0" err="1"/>
                        <a:t>result_I</a:t>
                      </a:r>
                      <a:r>
                        <a:rPr lang="en-US" dirty="0"/>
                        <a:t>}}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{{</a:t>
                      </a:r>
                      <a:r>
                        <a:rPr lang="en-US" dirty="0" err="1"/>
                        <a:t>date_I</a:t>
                      </a:r>
                      <a:r>
                        <a:rPr lang="en-US" dirty="0"/>
                        <a:t>}}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489371220"/>
                  </a:ext>
                </a:extLst>
              </a:tr>
              <a:tr h="489856">
                <a:tc>
                  <a:txBody>
                    <a:bodyPr/>
                    <a:lstStyle/>
                    <a:p>
                      <a:r>
                        <a:rPr lang="en-US" dirty="0"/>
                        <a:t>{{J}}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/>
                          <a:ea typeface="+mn-ea"/>
                          <a:cs typeface="+mn-cs"/>
                        </a:rPr>
                        <a:t>{{</a:t>
                      </a:r>
                      <a:r>
                        <a:rPr kumimoji="0" lang="en-US" sz="1800" b="0" i="0" u="none" strike="noStrike" kern="1200" cap="none" spc="0" normalizeH="0" baseline="0" noProof="0" dirty="0" err="1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/>
                          <a:ea typeface="+mn-ea"/>
                          <a:cs typeface="+mn-cs"/>
                        </a:rPr>
                        <a:t>loc_J</a:t>
                      </a:r>
                      <a:r>
                        <a:rPr kumimoji="0" lang="en-US" sz="1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/>
                          <a:ea typeface="+mn-ea"/>
                          <a:cs typeface="+mn-cs"/>
                        </a:rPr>
                        <a:t>}}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{{</a:t>
                      </a:r>
                      <a:r>
                        <a:rPr lang="en-US" dirty="0" err="1"/>
                        <a:t>Pos_J</a:t>
                      </a:r>
                      <a:r>
                        <a:rPr lang="en-US" dirty="0"/>
                        <a:t>}}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{{</a:t>
                      </a:r>
                      <a:r>
                        <a:rPr lang="en-US" dirty="0" err="1"/>
                        <a:t>dep_J</a:t>
                      </a:r>
                      <a:r>
                        <a:rPr lang="en-US" dirty="0"/>
                        <a:t>}}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{{</a:t>
                      </a:r>
                      <a:r>
                        <a:rPr lang="en-US" dirty="0" err="1"/>
                        <a:t>result_J</a:t>
                      </a:r>
                      <a:r>
                        <a:rPr lang="en-US" dirty="0"/>
                        <a:t>}}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{{</a:t>
                      </a:r>
                      <a:r>
                        <a:rPr lang="en-US" dirty="0" err="1"/>
                        <a:t>date_J</a:t>
                      </a:r>
                      <a:r>
                        <a:rPr lang="en-US" dirty="0"/>
                        <a:t>}}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74339706"/>
                  </a:ext>
                </a:extLst>
              </a:tr>
              <a:tr h="489856">
                <a:tc>
                  <a:txBody>
                    <a:bodyPr/>
                    <a:lstStyle/>
                    <a:p>
                      <a:r>
                        <a:rPr lang="en-US" dirty="0"/>
                        <a:t>{{K}}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/>
                          <a:ea typeface="+mn-ea"/>
                          <a:cs typeface="+mn-cs"/>
                        </a:rPr>
                        <a:t>{{</a:t>
                      </a:r>
                      <a:r>
                        <a:rPr kumimoji="0" lang="en-US" sz="1800" b="0" i="0" u="none" strike="noStrike" kern="1200" cap="none" spc="0" normalizeH="0" baseline="0" noProof="0" dirty="0" err="1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/>
                          <a:ea typeface="+mn-ea"/>
                          <a:cs typeface="+mn-cs"/>
                        </a:rPr>
                        <a:t>loc_K</a:t>
                      </a:r>
                      <a:r>
                        <a:rPr kumimoji="0" lang="en-US" sz="1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/>
                          <a:ea typeface="+mn-ea"/>
                          <a:cs typeface="+mn-cs"/>
                        </a:rPr>
                        <a:t>}}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{{</a:t>
                      </a:r>
                      <a:r>
                        <a:rPr lang="en-US" dirty="0" err="1"/>
                        <a:t>Pos_K</a:t>
                      </a:r>
                      <a:r>
                        <a:rPr lang="en-US" dirty="0"/>
                        <a:t>}}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{{</a:t>
                      </a:r>
                      <a:r>
                        <a:rPr lang="en-US" dirty="0" err="1"/>
                        <a:t>dep_K</a:t>
                      </a:r>
                      <a:r>
                        <a:rPr lang="en-US" dirty="0"/>
                        <a:t>}}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{{</a:t>
                      </a:r>
                      <a:r>
                        <a:rPr lang="en-US" dirty="0" err="1"/>
                        <a:t>result_K</a:t>
                      </a:r>
                      <a:r>
                        <a:rPr lang="en-US" dirty="0"/>
                        <a:t>}}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{{</a:t>
                      </a:r>
                      <a:r>
                        <a:rPr lang="en-US" dirty="0" err="1"/>
                        <a:t>date_K</a:t>
                      </a:r>
                      <a:r>
                        <a:rPr lang="en-US" dirty="0"/>
                        <a:t>}}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069206613"/>
                  </a:ext>
                </a:extLst>
              </a:tr>
              <a:tr h="489856">
                <a:tc>
                  <a:txBody>
                    <a:bodyPr/>
                    <a:lstStyle/>
                    <a:p>
                      <a:r>
                        <a:rPr lang="en-US" dirty="0"/>
                        <a:t>{{L}}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/>
                          <a:ea typeface="+mn-ea"/>
                          <a:cs typeface="+mn-cs"/>
                        </a:rPr>
                        <a:t>{{</a:t>
                      </a:r>
                      <a:r>
                        <a:rPr kumimoji="0" lang="en-US" sz="1800" b="0" i="0" u="none" strike="noStrike" kern="1200" cap="none" spc="0" normalizeH="0" baseline="0" noProof="0" dirty="0" err="1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/>
                          <a:ea typeface="+mn-ea"/>
                          <a:cs typeface="+mn-cs"/>
                        </a:rPr>
                        <a:t>loc_L</a:t>
                      </a:r>
                      <a:r>
                        <a:rPr kumimoji="0" lang="en-US" sz="1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/>
                          <a:ea typeface="+mn-ea"/>
                          <a:cs typeface="+mn-cs"/>
                        </a:rPr>
                        <a:t>}}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{{</a:t>
                      </a:r>
                      <a:r>
                        <a:rPr lang="en-US" dirty="0" err="1"/>
                        <a:t>Pos_L</a:t>
                      </a:r>
                      <a:r>
                        <a:rPr lang="en-US" dirty="0"/>
                        <a:t>}}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{{</a:t>
                      </a:r>
                      <a:r>
                        <a:rPr lang="en-US" dirty="0" err="1"/>
                        <a:t>dep_L</a:t>
                      </a:r>
                      <a:r>
                        <a:rPr lang="en-US" dirty="0"/>
                        <a:t>}}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{{</a:t>
                      </a:r>
                      <a:r>
                        <a:rPr lang="en-US" dirty="0" err="1"/>
                        <a:t>result_L</a:t>
                      </a:r>
                      <a:r>
                        <a:rPr lang="en-US" dirty="0"/>
                        <a:t>}}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{{</a:t>
                      </a:r>
                      <a:r>
                        <a:rPr lang="en-US" dirty="0" err="1"/>
                        <a:t>date_L</a:t>
                      </a:r>
                      <a:r>
                        <a:rPr lang="en-US" dirty="0"/>
                        <a:t>}}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567407047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69314406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3D82DD6-7BA2-B932-F22E-DA4EDACCE34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0" name="Picture 59">
            <a:extLst>
              <a:ext uri="{FF2B5EF4-FFF2-40B4-BE49-F238E27FC236}">
                <a16:creationId xmlns:a16="http://schemas.microsoft.com/office/drawing/2014/main" id="{7C7E35E4-423A-E559-B409-61CCA1EFFE50}"/>
              </a:ext>
            </a:extLst>
          </p:cNvPr>
          <p:cNvPicPr>
            <a:picLocks noChangeAspect="1"/>
          </p:cNvPicPr>
          <p:nvPr/>
        </p:nvPicPr>
        <p:blipFill>
          <a:blip r:embed="rId3" cstate="screen"/>
          <a:stretch>
            <a:fillRect/>
          </a:stretch>
        </p:blipFill>
        <p:spPr>
          <a:xfrm>
            <a:off x="-152400" y="-223570"/>
            <a:ext cx="3048000" cy="1761882"/>
          </a:xfrm>
          <a:prstGeom prst="rect">
            <a:avLst/>
          </a:prstGeom>
        </p:spPr>
      </p:pic>
      <p:sp>
        <p:nvSpPr>
          <p:cNvPr id="61" name="TextBox 60">
            <a:extLst>
              <a:ext uri="{FF2B5EF4-FFF2-40B4-BE49-F238E27FC236}">
                <a16:creationId xmlns:a16="http://schemas.microsoft.com/office/drawing/2014/main" id="{8827687D-4D5A-5F3F-8182-E38DE9A840D9}"/>
              </a:ext>
            </a:extLst>
          </p:cNvPr>
          <p:cNvSpPr txBox="1"/>
          <p:nvPr/>
        </p:nvSpPr>
        <p:spPr>
          <a:xfrm>
            <a:off x="2895600" y="245359"/>
            <a:ext cx="13330159" cy="864596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lvl="0">
              <a:lnSpc>
                <a:spcPts val="7335"/>
              </a:lnSpc>
            </a:pPr>
            <a:r>
              <a:rPr lang="en-US" sz="4000" b="1" spc="-72" dirty="0">
                <a:solidFill>
                  <a:srgbClr val="FF7501"/>
                </a:solidFill>
                <a:latin typeface="TT Firs Neue" panose="020B0003030000020004" pitchFamily="34" charset="0"/>
                <a:ea typeface="Cooper Hewitt Bold"/>
                <a:cs typeface="Cooper Hewitt Bold"/>
                <a:sym typeface="Cooper Hewitt Bold"/>
              </a:rPr>
              <a:t>Plan Fulfillment MP 2026 - KCP</a:t>
            </a:r>
            <a:endParaRPr lang="en-US" sz="4000" b="1" spc="-72" dirty="0">
              <a:solidFill>
                <a:srgbClr val="FF7501"/>
              </a:solidFill>
              <a:latin typeface="Trade Gothic Next Heavy" panose="020B0903040303020004" pitchFamily="34" charset="0"/>
              <a:ea typeface="Cooper Hewitt Bold"/>
              <a:cs typeface="Cooper Hewitt Bold"/>
              <a:sym typeface="Cooper Hewitt Bold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3B916C8-074A-04DB-F432-4306A6B03DC6}"/>
              </a:ext>
            </a:extLst>
          </p:cNvPr>
          <p:cNvSpPr txBox="1"/>
          <p:nvPr/>
        </p:nvSpPr>
        <p:spPr>
          <a:xfrm>
            <a:off x="256762" y="1803908"/>
            <a:ext cx="8322222" cy="4689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>
                <a:solidFill>
                  <a:srgbClr val="FF7501"/>
                </a:solidFill>
              </a:rPr>
              <a:t>PLAN VS ACTUAL 02 Mar – 08 Mar 2026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02BA0F6F-BD46-4429-F494-9B3CECD72F5E}"/>
              </a:ext>
            </a:extLst>
          </p:cNvPr>
          <p:cNvSpPr txBox="1"/>
          <p:nvPr/>
        </p:nvSpPr>
        <p:spPr>
          <a:xfrm>
            <a:off x="10439400" y="1776408"/>
            <a:ext cx="6955002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>
                <a:solidFill>
                  <a:srgbClr val="FF7501"/>
                </a:solidFill>
              </a:rPr>
              <a:t>PLAN 09 Mar – 15 Mar 2026</a:t>
            </a:r>
          </a:p>
        </p:txBody>
      </p:sp>
    </p:spTree>
    <p:extLst>
      <p:ext uri="{BB962C8B-B14F-4D97-AF65-F5344CB8AC3E}">
        <p14:creationId xmlns:p14="http://schemas.microsoft.com/office/powerpoint/2010/main" val="158383418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A227169-A5BB-3A9F-0748-7ADC2FD8B8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0" name="Picture 59">
            <a:extLst>
              <a:ext uri="{FF2B5EF4-FFF2-40B4-BE49-F238E27FC236}">
                <a16:creationId xmlns:a16="http://schemas.microsoft.com/office/drawing/2014/main" id="{1738FE58-51CF-0674-FF08-31B8352998DA}"/>
              </a:ext>
            </a:extLst>
          </p:cNvPr>
          <p:cNvPicPr>
            <a:picLocks noChangeAspect="1"/>
          </p:cNvPicPr>
          <p:nvPr/>
        </p:nvPicPr>
        <p:blipFill>
          <a:blip r:embed="rId3" cstate="screen"/>
          <a:stretch>
            <a:fillRect/>
          </a:stretch>
        </p:blipFill>
        <p:spPr>
          <a:xfrm>
            <a:off x="-152400" y="-223570"/>
            <a:ext cx="3048000" cy="1761882"/>
          </a:xfrm>
          <a:prstGeom prst="rect">
            <a:avLst/>
          </a:prstGeom>
        </p:spPr>
      </p:pic>
      <p:sp>
        <p:nvSpPr>
          <p:cNvPr id="61" name="TextBox 60">
            <a:extLst>
              <a:ext uri="{FF2B5EF4-FFF2-40B4-BE49-F238E27FC236}">
                <a16:creationId xmlns:a16="http://schemas.microsoft.com/office/drawing/2014/main" id="{C424886A-FC90-780B-94E1-45D833552481}"/>
              </a:ext>
            </a:extLst>
          </p:cNvPr>
          <p:cNvSpPr txBox="1"/>
          <p:nvPr/>
        </p:nvSpPr>
        <p:spPr>
          <a:xfrm>
            <a:off x="2895600" y="245359"/>
            <a:ext cx="13330159" cy="834972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lvl="0">
              <a:lnSpc>
                <a:spcPts val="7335"/>
              </a:lnSpc>
            </a:pPr>
            <a:r>
              <a:rPr lang="en-US" sz="4000" b="1" spc="-72" dirty="0">
                <a:solidFill>
                  <a:srgbClr val="FF7501"/>
                </a:solidFill>
                <a:latin typeface="TT Firs Neue" panose="020B0003030000020004" pitchFamily="34" charset="0"/>
                <a:ea typeface="Cooper Hewitt Bold"/>
                <a:cs typeface="Cooper Hewitt Bold"/>
                <a:sym typeface="Cooper Hewitt Bold"/>
              </a:rPr>
              <a:t>Plan Fulfillment MP 2026 – ACP</a:t>
            </a:r>
            <a:endParaRPr lang="en-US" sz="4000" b="1" spc="-72" dirty="0">
              <a:solidFill>
                <a:srgbClr val="FF7501"/>
              </a:solidFill>
              <a:latin typeface="Trade Gothic Next Heavy" panose="020B0903040303020004" pitchFamily="34" charset="0"/>
              <a:ea typeface="Cooper Hewitt Bold"/>
              <a:cs typeface="Cooper Hewitt Bold"/>
              <a:sym typeface="Cooper Hewitt Bold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4B3230F8-00C4-4CF1-9C74-18E5CA0C0828}"/>
              </a:ext>
            </a:extLst>
          </p:cNvPr>
          <p:cNvSpPr txBox="1"/>
          <p:nvPr/>
        </p:nvSpPr>
        <p:spPr>
          <a:xfrm>
            <a:off x="152400" y="2044126"/>
            <a:ext cx="647700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rgbClr val="FF7501"/>
                </a:solidFill>
              </a:rPr>
              <a:t>Manpower Plan 2026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CEA15052-7074-1668-29A6-4F16324DAD51}"/>
              </a:ext>
            </a:extLst>
          </p:cNvPr>
          <p:cNvSpPr txBox="1"/>
          <p:nvPr/>
        </p:nvSpPr>
        <p:spPr>
          <a:xfrm>
            <a:off x="11734800" y="2044126"/>
            <a:ext cx="373380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rgbClr val="FF7501"/>
                </a:solidFill>
              </a:rPr>
              <a:t>Fulfillment Progress</a:t>
            </a:r>
          </a:p>
        </p:txBody>
      </p:sp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C387DCE5-6199-3E37-4B85-EA0BB7A5773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563429522"/>
              </p:ext>
            </p:extLst>
          </p:nvPr>
        </p:nvGraphicFramePr>
        <p:xfrm>
          <a:off x="179614" y="2933700"/>
          <a:ext cx="10335986" cy="644433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174671">
                  <a:extLst>
                    <a:ext uri="{9D8B030D-6E8A-4147-A177-3AD203B41FA5}">
                      <a16:colId xmlns:a16="http://schemas.microsoft.com/office/drawing/2014/main" val="73910562"/>
                    </a:ext>
                  </a:extLst>
                </a:gridCol>
                <a:gridCol w="1295400">
                  <a:extLst>
                    <a:ext uri="{9D8B030D-6E8A-4147-A177-3AD203B41FA5}">
                      <a16:colId xmlns:a16="http://schemas.microsoft.com/office/drawing/2014/main" val="350356184"/>
                    </a:ext>
                  </a:extLst>
                </a:gridCol>
                <a:gridCol w="1143000">
                  <a:extLst>
                    <a:ext uri="{9D8B030D-6E8A-4147-A177-3AD203B41FA5}">
                      <a16:colId xmlns:a16="http://schemas.microsoft.com/office/drawing/2014/main" val="122338166"/>
                    </a:ext>
                  </a:extLst>
                </a:gridCol>
                <a:gridCol w="1295400">
                  <a:extLst>
                    <a:ext uri="{9D8B030D-6E8A-4147-A177-3AD203B41FA5}">
                      <a16:colId xmlns:a16="http://schemas.microsoft.com/office/drawing/2014/main" val="2636474016"/>
                    </a:ext>
                  </a:extLst>
                </a:gridCol>
                <a:gridCol w="1219200">
                  <a:extLst>
                    <a:ext uri="{9D8B030D-6E8A-4147-A177-3AD203B41FA5}">
                      <a16:colId xmlns:a16="http://schemas.microsoft.com/office/drawing/2014/main" val="3822958118"/>
                    </a:ext>
                  </a:extLst>
                </a:gridCol>
                <a:gridCol w="1208315">
                  <a:extLst>
                    <a:ext uri="{9D8B030D-6E8A-4147-A177-3AD203B41FA5}">
                      <a16:colId xmlns:a16="http://schemas.microsoft.com/office/drawing/2014/main" val="2874381739"/>
                    </a:ext>
                  </a:extLst>
                </a:gridCol>
              </a:tblGrid>
              <a:tr h="609600">
                <a:tc>
                  <a:txBody>
                    <a:bodyPr/>
                    <a:lstStyle/>
                    <a:p>
                      <a:pPr algn="ctr"/>
                      <a:r>
                        <a:rPr lang="en-US" sz="1600" dirty="0" err="1">
                          <a:latin typeface="TT Firs Neue" panose="020B0003030000020004"/>
                        </a:rPr>
                        <a:t>Departement</a:t>
                      </a:r>
                      <a:endParaRPr lang="en-US" sz="1600" dirty="0">
                        <a:latin typeface="TT Firs Neue" panose="020B0003030000020004"/>
                      </a:endParaRPr>
                    </a:p>
                  </a:txBody>
                  <a:tcPr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680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dirty="0">
                          <a:latin typeface="TT Firs Neue" panose="020B0003030000020004"/>
                        </a:rPr>
                        <a:t>MPP</a:t>
                      </a:r>
                    </a:p>
                  </a:txBody>
                  <a:tcPr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680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dirty="0">
                          <a:latin typeface="TT Firs Neue" panose="020B0003030000020004"/>
                        </a:rPr>
                        <a:t>Actual</a:t>
                      </a:r>
                    </a:p>
                  </a:txBody>
                  <a:tcPr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680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dirty="0">
                          <a:latin typeface="TT Firs Neue" panose="020B0003030000020004"/>
                        </a:rPr>
                        <a:t>Dev</a:t>
                      </a:r>
                    </a:p>
                  </a:txBody>
                  <a:tcPr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680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dirty="0">
                          <a:latin typeface="TT Firs Neue" panose="020B0003030000020004"/>
                        </a:rPr>
                        <a:t>ADP</a:t>
                      </a:r>
                    </a:p>
                  </a:txBody>
                  <a:tcPr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680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dirty="0">
                          <a:latin typeface="TT Firs Neue" panose="020B0003030000020004"/>
                        </a:rPr>
                        <a:t>EXT</a:t>
                      </a:r>
                    </a:p>
                  </a:txBody>
                  <a:tcPr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680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82292918"/>
                  </a:ext>
                </a:extLst>
              </a:tr>
              <a:tr h="468087">
                <a:tc>
                  <a:txBody>
                    <a:bodyPr/>
                    <a:lstStyle/>
                    <a:p>
                      <a:r>
                        <a:rPr lang="en-US" dirty="0"/>
                        <a:t>{{A}}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{{MPP_A}}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{{ACT_A}}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{{DEV_A}}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{{ADP_A}}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{{EXT_A}}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662413333"/>
                  </a:ext>
                </a:extLst>
              </a:tr>
              <a:tr h="533400">
                <a:tc>
                  <a:txBody>
                    <a:bodyPr/>
                    <a:lstStyle/>
                    <a:p>
                      <a:r>
                        <a:rPr lang="en-US" dirty="0"/>
                        <a:t>{{B}}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{{MPP_B}}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{{ACT_B}}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{{DEV_B}}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{{ADP_B}}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{{EXT_B}}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53775361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r>
                        <a:rPr lang="en-US" dirty="0"/>
                        <a:t>{{C}}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{{MPP_C}}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{{ACT_C}}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{{DEV_C}}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{{ADP_C}}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{{EXT_C}}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013213267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r>
                        <a:rPr lang="en-US" dirty="0"/>
                        <a:t>{{D}}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{{MPP_D}}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{{ACT_D}}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{{DEV_D}}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{{ADP_D}}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{{EXT_D}}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141962881"/>
                  </a:ext>
                </a:extLst>
              </a:tr>
              <a:tr h="489856">
                <a:tc>
                  <a:txBody>
                    <a:bodyPr/>
                    <a:lstStyle/>
                    <a:p>
                      <a:r>
                        <a:rPr lang="en-US" dirty="0"/>
                        <a:t>{{E}}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{{MPP_E}}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{{ACT_E}}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{{DEV_E}}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{{ADP_E}}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{{EXT_E}}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260629303"/>
                  </a:ext>
                </a:extLst>
              </a:tr>
              <a:tr h="489856">
                <a:tc>
                  <a:txBody>
                    <a:bodyPr/>
                    <a:lstStyle/>
                    <a:p>
                      <a:r>
                        <a:rPr lang="en-US" dirty="0"/>
                        <a:t>{{F}}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{{MPP_F}}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{{ACT_F}}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{{DEV_F}}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{{ADP_F}}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{{EXT_F}}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380510905"/>
                  </a:ext>
                </a:extLst>
              </a:tr>
              <a:tr h="489856">
                <a:tc>
                  <a:txBody>
                    <a:bodyPr/>
                    <a:lstStyle/>
                    <a:p>
                      <a:r>
                        <a:rPr lang="en-US" dirty="0"/>
                        <a:t>{{G}}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{{MPP_G}}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{{ACT_G}}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{{DEV_G}}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{{ADP_G}}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{{EXT_G}}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447019494"/>
                  </a:ext>
                </a:extLst>
              </a:tr>
              <a:tr h="489856">
                <a:tc>
                  <a:txBody>
                    <a:bodyPr/>
                    <a:lstStyle/>
                    <a:p>
                      <a:r>
                        <a:rPr lang="en-US" dirty="0"/>
                        <a:t>{{H}}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{{MPP_H}}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{{ACT_H}}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{{DEV_H}}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{{ADP_H}}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{{EXT_H}}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072080408"/>
                  </a:ext>
                </a:extLst>
              </a:tr>
              <a:tr h="489856">
                <a:tc>
                  <a:txBody>
                    <a:bodyPr/>
                    <a:lstStyle/>
                    <a:p>
                      <a:r>
                        <a:rPr lang="en-US" dirty="0"/>
                        <a:t>{{I}}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{{MPP_I}}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{{ACT_I}}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{{DEV_I}}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{{ADP_I}}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{{EXT_I}}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087215315"/>
                  </a:ext>
                </a:extLst>
              </a:tr>
              <a:tr h="489856">
                <a:tc>
                  <a:txBody>
                    <a:bodyPr/>
                    <a:lstStyle/>
                    <a:p>
                      <a:r>
                        <a:rPr lang="en-US" dirty="0"/>
                        <a:t>{{J}}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{{MPP_J}}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{{ACT_J}}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{{DEV_J}}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{{ADP_J}}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{{EXT_J}}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011568881"/>
                  </a:ext>
                </a:extLst>
              </a:tr>
              <a:tr h="489856">
                <a:tc>
                  <a:txBody>
                    <a:bodyPr/>
                    <a:lstStyle/>
                    <a:p>
                      <a:r>
                        <a:rPr lang="en-US" dirty="0"/>
                        <a:t>{{K}}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{{MPP_K}}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{{ACT_K}}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{{DEV_K}}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{{ADP_K}}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{{EXT_K}}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449023683"/>
                  </a:ext>
                </a:extLst>
              </a:tr>
              <a:tr h="489856">
                <a:tc>
                  <a:txBody>
                    <a:bodyPr/>
                    <a:lstStyle/>
                    <a:p>
                      <a:r>
                        <a:rPr lang="en-US" dirty="0"/>
                        <a:t>{{L}}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{{MPP_L}}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{{ACT_L}}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{{DEV_L}}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{{ADP_L}}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{{EXT_L}}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856619760"/>
                  </a:ext>
                </a:extLst>
              </a:tr>
            </a:tbl>
          </a:graphicData>
        </a:graphic>
      </p:graphicFrame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C9F84B43-54E6-B88C-E312-F0C437D94CC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932587694"/>
              </p:ext>
            </p:extLst>
          </p:nvPr>
        </p:nvGraphicFramePr>
        <p:xfrm>
          <a:off x="11065326" y="2933700"/>
          <a:ext cx="6308274" cy="644433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95400">
                  <a:extLst>
                    <a:ext uri="{9D8B030D-6E8A-4147-A177-3AD203B41FA5}">
                      <a16:colId xmlns:a16="http://schemas.microsoft.com/office/drawing/2014/main" val="350356184"/>
                    </a:ext>
                  </a:extLst>
                </a:gridCol>
                <a:gridCol w="1143000">
                  <a:extLst>
                    <a:ext uri="{9D8B030D-6E8A-4147-A177-3AD203B41FA5}">
                      <a16:colId xmlns:a16="http://schemas.microsoft.com/office/drawing/2014/main" val="122338166"/>
                    </a:ext>
                  </a:extLst>
                </a:gridCol>
                <a:gridCol w="1295400">
                  <a:extLst>
                    <a:ext uri="{9D8B030D-6E8A-4147-A177-3AD203B41FA5}">
                      <a16:colId xmlns:a16="http://schemas.microsoft.com/office/drawing/2014/main" val="2636474016"/>
                    </a:ext>
                  </a:extLst>
                </a:gridCol>
                <a:gridCol w="1219200">
                  <a:extLst>
                    <a:ext uri="{9D8B030D-6E8A-4147-A177-3AD203B41FA5}">
                      <a16:colId xmlns:a16="http://schemas.microsoft.com/office/drawing/2014/main" val="3822958118"/>
                    </a:ext>
                  </a:extLst>
                </a:gridCol>
                <a:gridCol w="1355274">
                  <a:extLst>
                    <a:ext uri="{9D8B030D-6E8A-4147-A177-3AD203B41FA5}">
                      <a16:colId xmlns:a16="http://schemas.microsoft.com/office/drawing/2014/main" val="2874381739"/>
                    </a:ext>
                  </a:extLst>
                </a:gridCol>
              </a:tblGrid>
              <a:tr h="609600">
                <a:tc>
                  <a:txBody>
                    <a:bodyPr/>
                    <a:lstStyle/>
                    <a:p>
                      <a:pPr algn="ctr"/>
                      <a:r>
                        <a:rPr lang="en-US" sz="1600" dirty="0">
                          <a:latin typeface="TT Firs Neue" panose="020B0003030000020004"/>
                        </a:rPr>
                        <a:t>Interview</a:t>
                      </a:r>
                    </a:p>
                  </a:txBody>
                  <a:tcPr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680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dirty="0" err="1">
                          <a:latin typeface="TT Firs Neue" panose="020B0003030000020004"/>
                        </a:rPr>
                        <a:t>Psychotest</a:t>
                      </a:r>
                      <a:endParaRPr lang="en-US" sz="1600" dirty="0">
                        <a:latin typeface="TT Firs Neue" panose="020B0003030000020004"/>
                      </a:endParaRPr>
                    </a:p>
                  </a:txBody>
                  <a:tcPr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680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dirty="0">
                          <a:latin typeface="TT Firs Neue" panose="020B0003030000020004"/>
                        </a:rPr>
                        <a:t>Offering</a:t>
                      </a:r>
                    </a:p>
                  </a:txBody>
                  <a:tcPr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680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dirty="0">
                          <a:latin typeface="TT Firs Neue" panose="020B0003030000020004"/>
                        </a:rPr>
                        <a:t>MCU</a:t>
                      </a:r>
                    </a:p>
                  </a:txBody>
                  <a:tcPr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680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dirty="0">
                          <a:latin typeface="TT Firs Neue" panose="020B0003030000020004"/>
                        </a:rPr>
                        <a:t>Est Dev</a:t>
                      </a:r>
                    </a:p>
                  </a:txBody>
                  <a:tcPr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680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82292918"/>
                  </a:ext>
                </a:extLst>
              </a:tr>
              <a:tr h="468087">
                <a:tc>
                  <a:txBody>
                    <a:bodyPr/>
                    <a:lstStyle/>
                    <a:p>
                      <a:r>
                        <a:rPr lang="en-US" dirty="0"/>
                        <a:t>{{</a:t>
                      </a:r>
                      <a:r>
                        <a:rPr lang="en-US" dirty="0" err="1"/>
                        <a:t>int_A</a:t>
                      </a:r>
                      <a:r>
                        <a:rPr lang="en-US" dirty="0"/>
                        <a:t>}}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{{</a:t>
                      </a:r>
                      <a:r>
                        <a:rPr lang="en-US" dirty="0" err="1"/>
                        <a:t>psy_A</a:t>
                      </a:r>
                      <a:r>
                        <a:rPr lang="en-US" dirty="0"/>
                        <a:t>}}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{{</a:t>
                      </a:r>
                      <a:r>
                        <a:rPr lang="en-US" dirty="0" err="1"/>
                        <a:t>ofe_A</a:t>
                      </a:r>
                      <a:r>
                        <a:rPr lang="en-US" dirty="0"/>
                        <a:t>}}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{{</a:t>
                      </a:r>
                      <a:r>
                        <a:rPr lang="en-US" dirty="0" err="1"/>
                        <a:t>mcu_A</a:t>
                      </a:r>
                      <a:r>
                        <a:rPr lang="en-US" dirty="0"/>
                        <a:t>}}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{{</a:t>
                      </a:r>
                      <a:r>
                        <a:rPr lang="en-US" dirty="0" err="1"/>
                        <a:t>devf_A</a:t>
                      </a:r>
                      <a:r>
                        <a:rPr lang="en-US" dirty="0"/>
                        <a:t>}}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662413333"/>
                  </a:ext>
                </a:extLst>
              </a:tr>
              <a:tr h="533400">
                <a:tc>
                  <a:txBody>
                    <a:bodyPr/>
                    <a:lstStyle/>
                    <a:p>
                      <a:r>
                        <a:rPr lang="en-US" dirty="0"/>
                        <a:t>{{</a:t>
                      </a:r>
                      <a:r>
                        <a:rPr lang="en-US" dirty="0" err="1"/>
                        <a:t>int_B</a:t>
                      </a:r>
                      <a:r>
                        <a:rPr lang="en-US" dirty="0"/>
                        <a:t>}}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{{</a:t>
                      </a:r>
                      <a:r>
                        <a:rPr lang="en-US" dirty="0" err="1"/>
                        <a:t>psy_B</a:t>
                      </a:r>
                      <a:r>
                        <a:rPr lang="en-US" dirty="0"/>
                        <a:t>}}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{{</a:t>
                      </a:r>
                      <a:r>
                        <a:rPr lang="en-US" dirty="0" err="1"/>
                        <a:t>ofe_B</a:t>
                      </a:r>
                      <a:r>
                        <a:rPr lang="en-US" dirty="0"/>
                        <a:t>}}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{{</a:t>
                      </a:r>
                      <a:r>
                        <a:rPr lang="en-US" dirty="0" err="1"/>
                        <a:t>mcu_B</a:t>
                      </a:r>
                      <a:r>
                        <a:rPr lang="en-US" dirty="0"/>
                        <a:t>}}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{{</a:t>
                      </a:r>
                      <a:r>
                        <a:rPr lang="en-US" dirty="0" err="1"/>
                        <a:t>devf_B</a:t>
                      </a:r>
                      <a:r>
                        <a:rPr lang="en-US" dirty="0"/>
                        <a:t>}}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53775361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r>
                        <a:rPr lang="en-US" dirty="0"/>
                        <a:t>{{</a:t>
                      </a:r>
                      <a:r>
                        <a:rPr lang="en-US" dirty="0" err="1"/>
                        <a:t>int_C</a:t>
                      </a:r>
                      <a:r>
                        <a:rPr lang="en-US" dirty="0"/>
                        <a:t>}}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{{</a:t>
                      </a:r>
                      <a:r>
                        <a:rPr lang="en-US" dirty="0" err="1"/>
                        <a:t>psy_C</a:t>
                      </a:r>
                      <a:r>
                        <a:rPr lang="en-US" dirty="0"/>
                        <a:t>}}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{{</a:t>
                      </a:r>
                      <a:r>
                        <a:rPr lang="en-US" dirty="0" err="1"/>
                        <a:t>ofe_C</a:t>
                      </a:r>
                      <a:r>
                        <a:rPr lang="en-US" dirty="0"/>
                        <a:t>}}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{{</a:t>
                      </a:r>
                      <a:r>
                        <a:rPr lang="en-US" dirty="0" err="1"/>
                        <a:t>mcu_C</a:t>
                      </a:r>
                      <a:r>
                        <a:rPr lang="en-US" dirty="0"/>
                        <a:t>}}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{{</a:t>
                      </a:r>
                      <a:r>
                        <a:rPr lang="en-US" dirty="0" err="1"/>
                        <a:t>devf_C</a:t>
                      </a:r>
                      <a:r>
                        <a:rPr lang="en-US" dirty="0"/>
                        <a:t>}}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013213267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r>
                        <a:rPr lang="en-US" dirty="0"/>
                        <a:t>{{</a:t>
                      </a:r>
                      <a:r>
                        <a:rPr lang="en-US" dirty="0" err="1"/>
                        <a:t>int_D</a:t>
                      </a:r>
                      <a:r>
                        <a:rPr lang="en-US" dirty="0"/>
                        <a:t>}}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{{</a:t>
                      </a:r>
                      <a:r>
                        <a:rPr lang="en-US" dirty="0" err="1"/>
                        <a:t>psy_D</a:t>
                      </a:r>
                      <a:r>
                        <a:rPr lang="en-US" dirty="0"/>
                        <a:t>}}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{{</a:t>
                      </a:r>
                      <a:r>
                        <a:rPr lang="en-US" dirty="0" err="1"/>
                        <a:t>ofe_D</a:t>
                      </a:r>
                      <a:r>
                        <a:rPr lang="en-US" dirty="0"/>
                        <a:t>}}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{{</a:t>
                      </a:r>
                      <a:r>
                        <a:rPr lang="en-US" dirty="0" err="1"/>
                        <a:t>mcu_D</a:t>
                      </a:r>
                      <a:r>
                        <a:rPr lang="en-US" dirty="0"/>
                        <a:t>}}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{{</a:t>
                      </a:r>
                      <a:r>
                        <a:rPr lang="en-US" dirty="0" err="1"/>
                        <a:t>devf_D</a:t>
                      </a:r>
                      <a:r>
                        <a:rPr lang="en-US" dirty="0"/>
                        <a:t>}}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141962881"/>
                  </a:ext>
                </a:extLst>
              </a:tr>
              <a:tr h="489856">
                <a:tc>
                  <a:txBody>
                    <a:bodyPr/>
                    <a:lstStyle/>
                    <a:p>
                      <a:r>
                        <a:rPr lang="en-US" dirty="0"/>
                        <a:t>{{</a:t>
                      </a:r>
                      <a:r>
                        <a:rPr lang="en-US" dirty="0" err="1"/>
                        <a:t>int_E</a:t>
                      </a:r>
                      <a:r>
                        <a:rPr lang="en-US" dirty="0"/>
                        <a:t>}}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{{</a:t>
                      </a:r>
                      <a:r>
                        <a:rPr lang="en-US" dirty="0" err="1"/>
                        <a:t>psy_E</a:t>
                      </a:r>
                      <a:r>
                        <a:rPr lang="en-US" dirty="0"/>
                        <a:t>}}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{{</a:t>
                      </a:r>
                      <a:r>
                        <a:rPr lang="en-US" dirty="0" err="1"/>
                        <a:t>ofe_E</a:t>
                      </a:r>
                      <a:r>
                        <a:rPr lang="en-US" dirty="0"/>
                        <a:t>}}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{{</a:t>
                      </a:r>
                      <a:r>
                        <a:rPr lang="en-US" dirty="0" err="1"/>
                        <a:t>mcu_E</a:t>
                      </a:r>
                      <a:r>
                        <a:rPr lang="en-US" dirty="0"/>
                        <a:t>}}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{{</a:t>
                      </a:r>
                      <a:r>
                        <a:rPr lang="en-US" dirty="0" err="1"/>
                        <a:t>devf_E</a:t>
                      </a:r>
                      <a:r>
                        <a:rPr lang="en-US" dirty="0"/>
                        <a:t>}}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260629303"/>
                  </a:ext>
                </a:extLst>
              </a:tr>
              <a:tr h="489856">
                <a:tc>
                  <a:txBody>
                    <a:bodyPr/>
                    <a:lstStyle/>
                    <a:p>
                      <a:r>
                        <a:rPr lang="en-US" dirty="0"/>
                        <a:t>{{</a:t>
                      </a:r>
                      <a:r>
                        <a:rPr lang="en-US" dirty="0" err="1"/>
                        <a:t>int_F</a:t>
                      </a:r>
                      <a:r>
                        <a:rPr lang="en-US" dirty="0"/>
                        <a:t>}}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{{</a:t>
                      </a:r>
                      <a:r>
                        <a:rPr lang="en-US" dirty="0" err="1"/>
                        <a:t>psy_F</a:t>
                      </a:r>
                      <a:r>
                        <a:rPr lang="en-US" dirty="0"/>
                        <a:t>}}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{{</a:t>
                      </a:r>
                      <a:r>
                        <a:rPr lang="en-US" dirty="0" err="1"/>
                        <a:t>ofe_F</a:t>
                      </a:r>
                      <a:r>
                        <a:rPr lang="en-US" dirty="0"/>
                        <a:t>}}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{{</a:t>
                      </a:r>
                      <a:r>
                        <a:rPr lang="en-US" dirty="0" err="1"/>
                        <a:t>mcu_F</a:t>
                      </a:r>
                      <a:r>
                        <a:rPr lang="en-US" dirty="0"/>
                        <a:t>}}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{{</a:t>
                      </a:r>
                      <a:r>
                        <a:rPr lang="en-US" dirty="0" err="1"/>
                        <a:t>devf_F</a:t>
                      </a:r>
                      <a:r>
                        <a:rPr lang="en-US" dirty="0"/>
                        <a:t>}}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380510905"/>
                  </a:ext>
                </a:extLst>
              </a:tr>
              <a:tr h="489856">
                <a:tc>
                  <a:txBody>
                    <a:bodyPr/>
                    <a:lstStyle/>
                    <a:p>
                      <a:r>
                        <a:rPr lang="en-US" dirty="0"/>
                        <a:t>{{</a:t>
                      </a:r>
                      <a:r>
                        <a:rPr lang="en-US" dirty="0" err="1"/>
                        <a:t>int_G</a:t>
                      </a:r>
                      <a:r>
                        <a:rPr lang="en-US" dirty="0"/>
                        <a:t>}}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{{</a:t>
                      </a:r>
                      <a:r>
                        <a:rPr lang="en-US" dirty="0" err="1"/>
                        <a:t>psy_G</a:t>
                      </a:r>
                      <a:r>
                        <a:rPr lang="en-US" dirty="0"/>
                        <a:t>}}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{{</a:t>
                      </a:r>
                      <a:r>
                        <a:rPr lang="en-US" dirty="0" err="1"/>
                        <a:t>ofe_G</a:t>
                      </a:r>
                      <a:r>
                        <a:rPr lang="en-US" dirty="0"/>
                        <a:t>}}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{{</a:t>
                      </a:r>
                      <a:r>
                        <a:rPr lang="en-US" dirty="0" err="1"/>
                        <a:t>mcu_G</a:t>
                      </a:r>
                      <a:r>
                        <a:rPr lang="en-US" dirty="0"/>
                        <a:t>}}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{{</a:t>
                      </a:r>
                      <a:r>
                        <a:rPr lang="en-US" dirty="0" err="1"/>
                        <a:t>devf_G</a:t>
                      </a:r>
                      <a:r>
                        <a:rPr lang="en-US" dirty="0"/>
                        <a:t>}}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447019494"/>
                  </a:ext>
                </a:extLst>
              </a:tr>
              <a:tr h="489856">
                <a:tc>
                  <a:txBody>
                    <a:bodyPr/>
                    <a:lstStyle/>
                    <a:p>
                      <a:r>
                        <a:rPr lang="en-US" dirty="0"/>
                        <a:t>{{</a:t>
                      </a:r>
                      <a:r>
                        <a:rPr lang="en-US" dirty="0" err="1"/>
                        <a:t>int_H</a:t>
                      </a:r>
                      <a:r>
                        <a:rPr lang="en-US" dirty="0"/>
                        <a:t>}}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{{</a:t>
                      </a:r>
                      <a:r>
                        <a:rPr lang="en-US" dirty="0" err="1"/>
                        <a:t>psy_H</a:t>
                      </a:r>
                      <a:r>
                        <a:rPr lang="en-US" dirty="0"/>
                        <a:t>}}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{{</a:t>
                      </a:r>
                      <a:r>
                        <a:rPr lang="en-US" dirty="0" err="1"/>
                        <a:t>ofe_H</a:t>
                      </a:r>
                      <a:r>
                        <a:rPr lang="en-US" dirty="0"/>
                        <a:t>}}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{{</a:t>
                      </a:r>
                      <a:r>
                        <a:rPr lang="en-US" dirty="0" err="1"/>
                        <a:t>mcu_H</a:t>
                      </a:r>
                      <a:r>
                        <a:rPr lang="en-US" dirty="0"/>
                        <a:t>}}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{{</a:t>
                      </a:r>
                      <a:r>
                        <a:rPr lang="en-US" dirty="0" err="1"/>
                        <a:t>devf_H</a:t>
                      </a:r>
                      <a:r>
                        <a:rPr lang="en-US" dirty="0"/>
                        <a:t>}}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072080408"/>
                  </a:ext>
                </a:extLst>
              </a:tr>
              <a:tr h="489856">
                <a:tc>
                  <a:txBody>
                    <a:bodyPr/>
                    <a:lstStyle/>
                    <a:p>
                      <a:r>
                        <a:rPr lang="en-US" dirty="0"/>
                        <a:t>{{</a:t>
                      </a:r>
                      <a:r>
                        <a:rPr lang="en-US" dirty="0" err="1"/>
                        <a:t>int_I</a:t>
                      </a:r>
                      <a:r>
                        <a:rPr lang="en-US" dirty="0"/>
                        <a:t>}}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{{</a:t>
                      </a:r>
                      <a:r>
                        <a:rPr lang="en-US" dirty="0" err="1"/>
                        <a:t>psy_I</a:t>
                      </a:r>
                      <a:r>
                        <a:rPr lang="en-US" dirty="0"/>
                        <a:t>}}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{{</a:t>
                      </a:r>
                      <a:r>
                        <a:rPr lang="en-US" dirty="0" err="1"/>
                        <a:t>ofe_I</a:t>
                      </a:r>
                      <a:r>
                        <a:rPr lang="en-US" dirty="0"/>
                        <a:t>}}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{{</a:t>
                      </a:r>
                      <a:r>
                        <a:rPr lang="en-US" dirty="0" err="1"/>
                        <a:t>mcu_I</a:t>
                      </a:r>
                      <a:r>
                        <a:rPr lang="en-US" dirty="0"/>
                        <a:t>}}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{{</a:t>
                      </a:r>
                      <a:r>
                        <a:rPr lang="en-US" dirty="0" err="1"/>
                        <a:t>devf_I</a:t>
                      </a:r>
                      <a:r>
                        <a:rPr lang="en-US" dirty="0"/>
                        <a:t>}}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087215315"/>
                  </a:ext>
                </a:extLst>
              </a:tr>
              <a:tr h="489856">
                <a:tc>
                  <a:txBody>
                    <a:bodyPr/>
                    <a:lstStyle/>
                    <a:p>
                      <a:r>
                        <a:rPr lang="en-US" dirty="0"/>
                        <a:t>{{</a:t>
                      </a:r>
                      <a:r>
                        <a:rPr lang="en-US" dirty="0" err="1"/>
                        <a:t>int_J</a:t>
                      </a:r>
                      <a:r>
                        <a:rPr lang="en-US" dirty="0"/>
                        <a:t>}}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{{</a:t>
                      </a:r>
                      <a:r>
                        <a:rPr lang="en-US" dirty="0" err="1"/>
                        <a:t>psy_J</a:t>
                      </a:r>
                      <a:r>
                        <a:rPr lang="en-US" dirty="0"/>
                        <a:t>}}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{{</a:t>
                      </a:r>
                      <a:r>
                        <a:rPr lang="en-US" dirty="0" err="1"/>
                        <a:t>ofe_J</a:t>
                      </a:r>
                      <a:r>
                        <a:rPr lang="en-US" dirty="0"/>
                        <a:t>}}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{{</a:t>
                      </a:r>
                      <a:r>
                        <a:rPr lang="en-US" dirty="0" err="1"/>
                        <a:t>mcu_J</a:t>
                      </a:r>
                      <a:r>
                        <a:rPr lang="en-US" dirty="0"/>
                        <a:t>}}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{{</a:t>
                      </a:r>
                      <a:r>
                        <a:rPr lang="en-US" dirty="0" err="1"/>
                        <a:t>devf_J</a:t>
                      </a:r>
                      <a:r>
                        <a:rPr lang="en-US" dirty="0"/>
                        <a:t>}}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011568881"/>
                  </a:ext>
                </a:extLst>
              </a:tr>
              <a:tr h="489856">
                <a:tc>
                  <a:txBody>
                    <a:bodyPr/>
                    <a:lstStyle/>
                    <a:p>
                      <a:r>
                        <a:rPr lang="en-US" dirty="0"/>
                        <a:t>{{</a:t>
                      </a:r>
                      <a:r>
                        <a:rPr lang="en-US" dirty="0" err="1"/>
                        <a:t>int_K</a:t>
                      </a:r>
                      <a:r>
                        <a:rPr lang="en-US" dirty="0"/>
                        <a:t>}}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{{</a:t>
                      </a:r>
                      <a:r>
                        <a:rPr lang="en-US" dirty="0" err="1"/>
                        <a:t>psy_K</a:t>
                      </a:r>
                      <a:r>
                        <a:rPr lang="en-US" dirty="0"/>
                        <a:t>}}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{{</a:t>
                      </a:r>
                      <a:r>
                        <a:rPr lang="en-US" dirty="0" err="1"/>
                        <a:t>ofe_K</a:t>
                      </a:r>
                      <a:r>
                        <a:rPr lang="en-US" dirty="0"/>
                        <a:t>}}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{{</a:t>
                      </a:r>
                      <a:r>
                        <a:rPr lang="en-US" dirty="0" err="1"/>
                        <a:t>mcu_K</a:t>
                      </a:r>
                      <a:r>
                        <a:rPr lang="en-US" dirty="0"/>
                        <a:t>}}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{{</a:t>
                      </a:r>
                      <a:r>
                        <a:rPr lang="en-US" dirty="0" err="1"/>
                        <a:t>devf_K</a:t>
                      </a:r>
                      <a:r>
                        <a:rPr lang="en-US" dirty="0"/>
                        <a:t>}}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860483314"/>
                  </a:ext>
                </a:extLst>
              </a:tr>
              <a:tr h="489856">
                <a:tc>
                  <a:txBody>
                    <a:bodyPr/>
                    <a:lstStyle/>
                    <a:p>
                      <a:r>
                        <a:rPr lang="en-US" dirty="0"/>
                        <a:t>{{</a:t>
                      </a:r>
                      <a:r>
                        <a:rPr lang="en-US" dirty="0" err="1"/>
                        <a:t>int_L</a:t>
                      </a:r>
                      <a:r>
                        <a:rPr lang="en-US" dirty="0"/>
                        <a:t>}}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{{</a:t>
                      </a:r>
                      <a:r>
                        <a:rPr lang="en-US" dirty="0" err="1"/>
                        <a:t>psy_L</a:t>
                      </a:r>
                      <a:r>
                        <a:rPr lang="en-US" dirty="0"/>
                        <a:t>}}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{{</a:t>
                      </a:r>
                      <a:r>
                        <a:rPr lang="en-US" dirty="0" err="1"/>
                        <a:t>ofe_L</a:t>
                      </a:r>
                      <a:r>
                        <a:rPr lang="en-US" dirty="0"/>
                        <a:t>}}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{{</a:t>
                      </a:r>
                      <a:r>
                        <a:rPr lang="en-US" dirty="0" err="1"/>
                        <a:t>mcu_L</a:t>
                      </a:r>
                      <a:r>
                        <a:rPr lang="en-US" dirty="0"/>
                        <a:t>}}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{{</a:t>
                      </a:r>
                      <a:r>
                        <a:rPr lang="en-US" dirty="0" err="1"/>
                        <a:t>devf_L</a:t>
                      </a:r>
                      <a:r>
                        <a:rPr lang="en-US" dirty="0"/>
                        <a:t>}}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836041743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0578396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60E6B84-407A-EF41-535F-D161F951A58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0" name="Picture 59">
            <a:extLst>
              <a:ext uri="{FF2B5EF4-FFF2-40B4-BE49-F238E27FC236}">
                <a16:creationId xmlns:a16="http://schemas.microsoft.com/office/drawing/2014/main" id="{3723572C-30B7-1B4B-B814-6B9D97652FB9}"/>
              </a:ext>
            </a:extLst>
          </p:cNvPr>
          <p:cNvPicPr>
            <a:picLocks noChangeAspect="1"/>
          </p:cNvPicPr>
          <p:nvPr/>
        </p:nvPicPr>
        <p:blipFill>
          <a:blip r:embed="rId3" cstate="screen"/>
          <a:stretch>
            <a:fillRect/>
          </a:stretch>
        </p:blipFill>
        <p:spPr>
          <a:xfrm>
            <a:off x="-152400" y="-223570"/>
            <a:ext cx="3048000" cy="1761882"/>
          </a:xfrm>
          <a:prstGeom prst="rect">
            <a:avLst/>
          </a:prstGeom>
        </p:spPr>
      </p:pic>
      <p:sp>
        <p:nvSpPr>
          <p:cNvPr id="61" name="TextBox 60">
            <a:extLst>
              <a:ext uri="{FF2B5EF4-FFF2-40B4-BE49-F238E27FC236}">
                <a16:creationId xmlns:a16="http://schemas.microsoft.com/office/drawing/2014/main" id="{AF2E70CB-D6C1-84B9-1BB7-E07D8A159CAF}"/>
              </a:ext>
            </a:extLst>
          </p:cNvPr>
          <p:cNvSpPr txBox="1"/>
          <p:nvPr/>
        </p:nvSpPr>
        <p:spPr>
          <a:xfrm>
            <a:off x="2895600" y="245359"/>
            <a:ext cx="13330159" cy="834972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lvl="0">
              <a:lnSpc>
                <a:spcPts val="7335"/>
              </a:lnSpc>
            </a:pPr>
            <a:r>
              <a:rPr lang="en-US" sz="4000" b="1" spc="-72" dirty="0">
                <a:solidFill>
                  <a:srgbClr val="FF7501"/>
                </a:solidFill>
                <a:latin typeface="TT Firs Neue" panose="020B0003030000020004" pitchFamily="34" charset="0"/>
                <a:ea typeface="Cooper Hewitt Bold"/>
                <a:cs typeface="Cooper Hewitt Bold"/>
                <a:sym typeface="Cooper Hewitt Bold"/>
              </a:rPr>
              <a:t>Plan Fulfillment MP 2026 – ACP</a:t>
            </a:r>
            <a:endParaRPr lang="en-US" sz="4000" b="1" spc="-72" dirty="0">
              <a:solidFill>
                <a:srgbClr val="FF7501"/>
              </a:solidFill>
              <a:latin typeface="Trade Gothic Next Heavy" panose="020B0903040303020004" pitchFamily="34" charset="0"/>
              <a:ea typeface="Cooper Hewitt Bold"/>
              <a:cs typeface="Cooper Hewitt Bold"/>
              <a:sym typeface="Cooper Hewitt Bold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2398320D-474D-B8CA-EDC5-53B598A37F2D}"/>
              </a:ext>
            </a:extLst>
          </p:cNvPr>
          <p:cNvSpPr txBox="1"/>
          <p:nvPr/>
        </p:nvSpPr>
        <p:spPr>
          <a:xfrm>
            <a:off x="1066800" y="1714853"/>
            <a:ext cx="10632733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rgbClr val="FF7501"/>
                </a:solidFill>
              </a:rPr>
              <a:t>Candidate Fit To Work</a:t>
            </a:r>
          </a:p>
        </p:txBody>
      </p:sp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623E5DD8-9655-1952-FBFD-709A4084666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938065553"/>
              </p:ext>
            </p:extLst>
          </p:nvPr>
        </p:nvGraphicFramePr>
        <p:xfrm>
          <a:off x="685799" y="2476169"/>
          <a:ext cx="15539959" cy="644433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962401">
                  <a:extLst>
                    <a:ext uri="{9D8B030D-6E8A-4147-A177-3AD203B41FA5}">
                      <a16:colId xmlns:a16="http://schemas.microsoft.com/office/drawing/2014/main" val="4276515888"/>
                    </a:ext>
                  </a:extLst>
                </a:gridCol>
                <a:gridCol w="1524000">
                  <a:extLst>
                    <a:ext uri="{9D8B030D-6E8A-4147-A177-3AD203B41FA5}">
                      <a16:colId xmlns:a16="http://schemas.microsoft.com/office/drawing/2014/main" val="419630364"/>
                    </a:ext>
                  </a:extLst>
                </a:gridCol>
                <a:gridCol w="4594242">
                  <a:extLst>
                    <a:ext uri="{9D8B030D-6E8A-4147-A177-3AD203B41FA5}">
                      <a16:colId xmlns:a16="http://schemas.microsoft.com/office/drawing/2014/main" val="1389350416"/>
                    </a:ext>
                  </a:extLst>
                </a:gridCol>
                <a:gridCol w="1974645">
                  <a:extLst>
                    <a:ext uri="{9D8B030D-6E8A-4147-A177-3AD203B41FA5}">
                      <a16:colId xmlns:a16="http://schemas.microsoft.com/office/drawing/2014/main" val="3011479742"/>
                    </a:ext>
                  </a:extLst>
                </a:gridCol>
                <a:gridCol w="1858489">
                  <a:extLst>
                    <a:ext uri="{9D8B030D-6E8A-4147-A177-3AD203B41FA5}">
                      <a16:colId xmlns:a16="http://schemas.microsoft.com/office/drawing/2014/main" val="4016678873"/>
                    </a:ext>
                  </a:extLst>
                </a:gridCol>
                <a:gridCol w="1626182">
                  <a:extLst>
                    <a:ext uri="{9D8B030D-6E8A-4147-A177-3AD203B41FA5}">
                      <a16:colId xmlns:a16="http://schemas.microsoft.com/office/drawing/2014/main" val="593233989"/>
                    </a:ext>
                  </a:extLst>
                </a:gridCol>
              </a:tblGrid>
              <a:tr h="609600">
                <a:tc>
                  <a:txBody>
                    <a:bodyPr/>
                    <a:lstStyle/>
                    <a:p>
                      <a:pPr algn="ctr"/>
                      <a:r>
                        <a:rPr lang="en-US" sz="1600" dirty="0">
                          <a:latin typeface="TT Firs Neue" panose="020B0003030000020004"/>
                        </a:rPr>
                        <a:t>Candidate Name</a:t>
                      </a:r>
                    </a:p>
                  </a:txBody>
                  <a:tcPr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680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dirty="0">
                          <a:latin typeface="TT Firs Neue" panose="020B0003030000020004"/>
                        </a:rPr>
                        <a:t>Loc</a:t>
                      </a:r>
                    </a:p>
                  </a:txBody>
                  <a:tcPr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680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dirty="0">
                          <a:latin typeface="TT Firs Neue" panose="020B0003030000020004"/>
                        </a:rPr>
                        <a:t>Position Name</a:t>
                      </a:r>
                    </a:p>
                  </a:txBody>
                  <a:tcPr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680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dirty="0" err="1">
                          <a:latin typeface="TT Firs Neue" panose="020B0003030000020004"/>
                        </a:rPr>
                        <a:t>Departement</a:t>
                      </a:r>
                      <a:endParaRPr lang="en-US" sz="1600" dirty="0">
                        <a:latin typeface="TT Firs Neue" panose="020B0003030000020004"/>
                      </a:endParaRPr>
                    </a:p>
                  </a:txBody>
                  <a:tcPr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680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dirty="0">
                          <a:latin typeface="TT Firs Neue" panose="020B0003030000020004"/>
                        </a:rPr>
                        <a:t>Result MCU</a:t>
                      </a:r>
                    </a:p>
                  </a:txBody>
                  <a:tcPr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680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dirty="0">
                          <a:latin typeface="TT Firs Neue" panose="020B0003030000020004"/>
                        </a:rPr>
                        <a:t>Date of Onboarding</a:t>
                      </a:r>
                    </a:p>
                  </a:txBody>
                  <a:tcPr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680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75266522"/>
                  </a:ext>
                </a:extLst>
              </a:tr>
              <a:tr h="468087">
                <a:tc>
                  <a:txBody>
                    <a:bodyPr/>
                    <a:lstStyle/>
                    <a:p>
                      <a:r>
                        <a:rPr lang="en-US" dirty="0"/>
                        <a:t>{{A}}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{{</a:t>
                      </a:r>
                      <a:r>
                        <a:rPr lang="en-US" dirty="0" err="1"/>
                        <a:t>loc_A</a:t>
                      </a:r>
                      <a:r>
                        <a:rPr lang="en-US" dirty="0"/>
                        <a:t>}}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{{</a:t>
                      </a:r>
                      <a:r>
                        <a:rPr lang="en-US" dirty="0" err="1"/>
                        <a:t>Pos_A</a:t>
                      </a:r>
                      <a:r>
                        <a:rPr lang="en-US" dirty="0"/>
                        <a:t>}}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{{</a:t>
                      </a:r>
                      <a:r>
                        <a:rPr lang="en-US" dirty="0" err="1"/>
                        <a:t>dep_A</a:t>
                      </a:r>
                      <a:r>
                        <a:rPr lang="en-US" dirty="0"/>
                        <a:t>}}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{{</a:t>
                      </a:r>
                      <a:r>
                        <a:rPr lang="en-US" dirty="0" err="1"/>
                        <a:t>result_A</a:t>
                      </a:r>
                      <a:r>
                        <a:rPr lang="en-US" dirty="0"/>
                        <a:t>}}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{{</a:t>
                      </a:r>
                      <a:r>
                        <a:rPr lang="en-US" dirty="0" err="1"/>
                        <a:t>date_A</a:t>
                      </a:r>
                      <a:r>
                        <a:rPr lang="en-US" dirty="0"/>
                        <a:t>}}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36040827"/>
                  </a:ext>
                </a:extLst>
              </a:tr>
              <a:tr h="533400">
                <a:tc>
                  <a:txBody>
                    <a:bodyPr/>
                    <a:lstStyle/>
                    <a:p>
                      <a:r>
                        <a:rPr lang="en-US" dirty="0"/>
                        <a:t>{{B}}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/>
                          <a:ea typeface="+mn-ea"/>
                          <a:cs typeface="+mn-cs"/>
                        </a:rPr>
                        <a:t>{{</a:t>
                      </a:r>
                      <a:r>
                        <a:rPr kumimoji="0" lang="en-US" sz="1800" b="0" i="0" u="none" strike="noStrike" kern="1200" cap="none" spc="0" normalizeH="0" baseline="0" noProof="0" dirty="0" err="1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/>
                          <a:ea typeface="+mn-ea"/>
                          <a:cs typeface="+mn-cs"/>
                        </a:rPr>
                        <a:t>loc_B</a:t>
                      </a:r>
                      <a:r>
                        <a:rPr kumimoji="0" lang="en-US" sz="1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/>
                          <a:ea typeface="+mn-ea"/>
                          <a:cs typeface="+mn-cs"/>
                        </a:rPr>
                        <a:t>}}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{{</a:t>
                      </a:r>
                      <a:r>
                        <a:rPr lang="en-US" dirty="0" err="1"/>
                        <a:t>Pos_B</a:t>
                      </a:r>
                      <a:r>
                        <a:rPr lang="en-US" dirty="0"/>
                        <a:t>}}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{{</a:t>
                      </a:r>
                      <a:r>
                        <a:rPr lang="en-US" dirty="0" err="1"/>
                        <a:t>dep_B</a:t>
                      </a:r>
                      <a:r>
                        <a:rPr lang="en-US" dirty="0"/>
                        <a:t>}}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{{</a:t>
                      </a:r>
                      <a:r>
                        <a:rPr lang="en-US" dirty="0" err="1"/>
                        <a:t>result_B</a:t>
                      </a:r>
                      <a:r>
                        <a:rPr lang="en-US" dirty="0"/>
                        <a:t>}}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{{</a:t>
                      </a:r>
                      <a:r>
                        <a:rPr lang="en-US" dirty="0" err="1"/>
                        <a:t>date_B</a:t>
                      </a:r>
                      <a:r>
                        <a:rPr lang="en-US" dirty="0"/>
                        <a:t>}}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835680942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r>
                        <a:rPr lang="en-US" dirty="0"/>
                        <a:t>{{C}}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/>
                          <a:ea typeface="+mn-ea"/>
                          <a:cs typeface="+mn-cs"/>
                        </a:rPr>
                        <a:t>{{</a:t>
                      </a:r>
                      <a:r>
                        <a:rPr kumimoji="0" lang="en-US" sz="1800" b="0" i="0" u="none" strike="noStrike" kern="1200" cap="none" spc="0" normalizeH="0" baseline="0" noProof="0" dirty="0" err="1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/>
                          <a:ea typeface="+mn-ea"/>
                          <a:cs typeface="+mn-cs"/>
                        </a:rPr>
                        <a:t>loc_C</a:t>
                      </a:r>
                      <a:r>
                        <a:rPr kumimoji="0" lang="en-US" sz="1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/>
                          <a:ea typeface="+mn-ea"/>
                          <a:cs typeface="+mn-cs"/>
                        </a:rPr>
                        <a:t>}}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{{</a:t>
                      </a:r>
                      <a:r>
                        <a:rPr lang="en-US" dirty="0" err="1"/>
                        <a:t>Pos_C</a:t>
                      </a:r>
                      <a:r>
                        <a:rPr lang="en-US" dirty="0"/>
                        <a:t>}}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{{</a:t>
                      </a:r>
                      <a:r>
                        <a:rPr lang="en-US" dirty="0" err="1"/>
                        <a:t>dep_C</a:t>
                      </a:r>
                      <a:r>
                        <a:rPr lang="en-US" dirty="0"/>
                        <a:t>}}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{{</a:t>
                      </a:r>
                      <a:r>
                        <a:rPr lang="en-US" dirty="0" err="1"/>
                        <a:t>result_C</a:t>
                      </a:r>
                      <a:r>
                        <a:rPr lang="en-US" dirty="0"/>
                        <a:t>}}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{{</a:t>
                      </a:r>
                      <a:r>
                        <a:rPr lang="en-US" dirty="0" err="1"/>
                        <a:t>date_C</a:t>
                      </a:r>
                      <a:r>
                        <a:rPr lang="en-US" dirty="0"/>
                        <a:t>}}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579152234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r>
                        <a:rPr lang="en-US" dirty="0"/>
                        <a:t>{{D}}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/>
                          <a:ea typeface="+mn-ea"/>
                          <a:cs typeface="+mn-cs"/>
                        </a:rPr>
                        <a:t>{{</a:t>
                      </a:r>
                      <a:r>
                        <a:rPr kumimoji="0" lang="en-US" sz="1800" b="0" i="0" u="none" strike="noStrike" kern="1200" cap="none" spc="0" normalizeH="0" baseline="0" noProof="0" dirty="0" err="1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/>
                          <a:ea typeface="+mn-ea"/>
                          <a:cs typeface="+mn-cs"/>
                        </a:rPr>
                        <a:t>loc_D</a:t>
                      </a:r>
                      <a:r>
                        <a:rPr kumimoji="0" lang="en-US" sz="1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/>
                          <a:ea typeface="+mn-ea"/>
                          <a:cs typeface="+mn-cs"/>
                        </a:rPr>
                        <a:t>}}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{{</a:t>
                      </a:r>
                      <a:r>
                        <a:rPr lang="en-US" dirty="0" err="1"/>
                        <a:t>Pos_D</a:t>
                      </a:r>
                      <a:r>
                        <a:rPr lang="en-US" dirty="0"/>
                        <a:t>}}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{{</a:t>
                      </a:r>
                      <a:r>
                        <a:rPr lang="en-US" dirty="0" err="1"/>
                        <a:t>dep_D</a:t>
                      </a:r>
                      <a:r>
                        <a:rPr lang="en-US" dirty="0"/>
                        <a:t>}}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{{</a:t>
                      </a:r>
                      <a:r>
                        <a:rPr lang="en-US" dirty="0" err="1"/>
                        <a:t>result_D</a:t>
                      </a:r>
                      <a:r>
                        <a:rPr lang="en-US" dirty="0"/>
                        <a:t>}}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{{</a:t>
                      </a:r>
                      <a:r>
                        <a:rPr lang="en-US" dirty="0" err="1"/>
                        <a:t>date_D</a:t>
                      </a:r>
                      <a:r>
                        <a:rPr lang="en-US" dirty="0"/>
                        <a:t>}}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93046053"/>
                  </a:ext>
                </a:extLst>
              </a:tr>
              <a:tr h="489856">
                <a:tc>
                  <a:txBody>
                    <a:bodyPr/>
                    <a:lstStyle/>
                    <a:p>
                      <a:r>
                        <a:rPr lang="en-US" dirty="0"/>
                        <a:t>{{E}}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/>
                          <a:ea typeface="+mn-ea"/>
                          <a:cs typeface="+mn-cs"/>
                        </a:rPr>
                        <a:t>{{</a:t>
                      </a:r>
                      <a:r>
                        <a:rPr kumimoji="0" lang="en-US" sz="1800" b="0" i="0" u="none" strike="noStrike" kern="1200" cap="none" spc="0" normalizeH="0" baseline="0" noProof="0" dirty="0" err="1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/>
                          <a:ea typeface="+mn-ea"/>
                          <a:cs typeface="+mn-cs"/>
                        </a:rPr>
                        <a:t>loc_E</a:t>
                      </a:r>
                      <a:r>
                        <a:rPr kumimoji="0" lang="en-US" sz="1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/>
                          <a:ea typeface="+mn-ea"/>
                          <a:cs typeface="+mn-cs"/>
                        </a:rPr>
                        <a:t>}}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{{</a:t>
                      </a:r>
                      <a:r>
                        <a:rPr lang="en-US" dirty="0" err="1"/>
                        <a:t>Pos_E</a:t>
                      </a:r>
                      <a:r>
                        <a:rPr lang="en-US" dirty="0"/>
                        <a:t>}}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{{</a:t>
                      </a:r>
                      <a:r>
                        <a:rPr lang="en-US" dirty="0" err="1"/>
                        <a:t>dep_E</a:t>
                      </a:r>
                      <a:r>
                        <a:rPr lang="en-US" dirty="0"/>
                        <a:t>}}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{{</a:t>
                      </a:r>
                      <a:r>
                        <a:rPr lang="en-US" dirty="0" err="1"/>
                        <a:t>result_E</a:t>
                      </a:r>
                      <a:r>
                        <a:rPr lang="en-US" dirty="0"/>
                        <a:t>}}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{{</a:t>
                      </a:r>
                      <a:r>
                        <a:rPr lang="en-US" dirty="0" err="1"/>
                        <a:t>date_E</a:t>
                      </a:r>
                      <a:r>
                        <a:rPr lang="en-US" dirty="0"/>
                        <a:t>}}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266011368"/>
                  </a:ext>
                </a:extLst>
              </a:tr>
              <a:tr h="489856">
                <a:tc>
                  <a:txBody>
                    <a:bodyPr/>
                    <a:lstStyle/>
                    <a:p>
                      <a:r>
                        <a:rPr lang="en-US" dirty="0"/>
                        <a:t>{{F}}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/>
                          <a:ea typeface="+mn-ea"/>
                          <a:cs typeface="+mn-cs"/>
                        </a:rPr>
                        <a:t>{{</a:t>
                      </a:r>
                      <a:r>
                        <a:rPr kumimoji="0" lang="en-US" sz="1800" b="0" i="0" u="none" strike="noStrike" kern="1200" cap="none" spc="0" normalizeH="0" baseline="0" noProof="0" dirty="0" err="1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/>
                          <a:ea typeface="+mn-ea"/>
                          <a:cs typeface="+mn-cs"/>
                        </a:rPr>
                        <a:t>loc_F</a:t>
                      </a:r>
                      <a:r>
                        <a:rPr kumimoji="0" lang="en-US" sz="1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/>
                          <a:ea typeface="+mn-ea"/>
                          <a:cs typeface="+mn-cs"/>
                        </a:rPr>
                        <a:t>}}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{{</a:t>
                      </a:r>
                      <a:r>
                        <a:rPr lang="en-US" dirty="0" err="1"/>
                        <a:t>Pos_F</a:t>
                      </a:r>
                      <a:r>
                        <a:rPr lang="en-US" dirty="0"/>
                        <a:t>}}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{{</a:t>
                      </a:r>
                      <a:r>
                        <a:rPr lang="en-US" dirty="0" err="1"/>
                        <a:t>dep_F</a:t>
                      </a:r>
                      <a:r>
                        <a:rPr lang="en-US" dirty="0"/>
                        <a:t>}}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{{</a:t>
                      </a:r>
                      <a:r>
                        <a:rPr lang="en-US" dirty="0" err="1"/>
                        <a:t>result_F</a:t>
                      </a:r>
                      <a:r>
                        <a:rPr lang="en-US" dirty="0"/>
                        <a:t>}}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{{</a:t>
                      </a:r>
                      <a:r>
                        <a:rPr lang="en-US" dirty="0" err="1"/>
                        <a:t>date_F</a:t>
                      </a:r>
                      <a:r>
                        <a:rPr lang="en-US" dirty="0"/>
                        <a:t>}}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644472818"/>
                  </a:ext>
                </a:extLst>
              </a:tr>
              <a:tr h="489856">
                <a:tc>
                  <a:txBody>
                    <a:bodyPr/>
                    <a:lstStyle/>
                    <a:p>
                      <a:r>
                        <a:rPr lang="en-US" dirty="0"/>
                        <a:t>{{G}}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/>
                          <a:ea typeface="+mn-ea"/>
                          <a:cs typeface="+mn-cs"/>
                        </a:rPr>
                        <a:t>{{</a:t>
                      </a:r>
                      <a:r>
                        <a:rPr kumimoji="0" lang="en-US" sz="1800" b="0" i="0" u="none" strike="noStrike" kern="1200" cap="none" spc="0" normalizeH="0" baseline="0" noProof="0" dirty="0" err="1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/>
                          <a:ea typeface="+mn-ea"/>
                          <a:cs typeface="+mn-cs"/>
                        </a:rPr>
                        <a:t>loc_G</a:t>
                      </a:r>
                      <a:r>
                        <a:rPr kumimoji="0" lang="en-US" sz="1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/>
                          <a:ea typeface="+mn-ea"/>
                          <a:cs typeface="+mn-cs"/>
                        </a:rPr>
                        <a:t>}}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{{</a:t>
                      </a:r>
                      <a:r>
                        <a:rPr lang="en-US" dirty="0" err="1"/>
                        <a:t>Pos_G</a:t>
                      </a:r>
                      <a:r>
                        <a:rPr lang="en-US" dirty="0"/>
                        <a:t>}}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{{</a:t>
                      </a:r>
                      <a:r>
                        <a:rPr lang="en-US" dirty="0" err="1"/>
                        <a:t>dep_G</a:t>
                      </a:r>
                      <a:r>
                        <a:rPr lang="en-US" dirty="0"/>
                        <a:t>}}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{{</a:t>
                      </a:r>
                      <a:r>
                        <a:rPr lang="en-US" dirty="0" err="1"/>
                        <a:t>result_G</a:t>
                      </a:r>
                      <a:r>
                        <a:rPr lang="en-US" dirty="0"/>
                        <a:t>}}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{{</a:t>
                      </a:r>
                      <a:r>
                        <a:rPr lang="en-US" dirty="0" err="1"/>
                        <a:t>date_G</a:t>
                      </a:r>
                      <a:r>
                        <a:rPr lang="en-US" dirty="0"/>
                        <a:t>}}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666805851"/>
                  </a:ext>
                </a:extLst>
              </a:tr>
              <a:tr h="489856">
                <a:tc>
                  <a:txBody>
                    <a:bodyPr/>
                    <a:lstStyle/>
                    <a:p>
                      <a:r>
                        <a:rPr lang="en-US" dirty="0"/>
                        <a:t>{{H}}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/>
                          <a:ea typeface="+mn-ea"/>
                          <a:cs typeface="+mn-cs"/>
                        </a:rPr>
                        <a:t>{{</a:t>
                      </a:r>
                      <a:r>
                        <a:rPr kumimoji="0" lang="en-US" sz="1800" b="0" i="0" u="none" strike="noStrike" kern="1200" cap="none" spc="0" normalizeH="0" baseline="0" noProof="0" dirty="0" err="1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/>
                          <a:ea typeface="+mn-ea"/>
                          <a:cs typeface="+mn-cs"/>
                        </a:rPr>
                        <a:t>loc_H</a:t>
                      </a:r>
                      <a:r>
                        <a:rPr kumimoji="0" lang="en-US" sz="1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/>
                          <a:ea typeface="+mn-ea"/>
                          <a:cs typeface="+mn-cs"/>
                        </a:rPr>
                        <a:t>}}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{{</a:t>
                      </a:r>
                      <a:r>
                        <a:rPr lang="en-US" dirty="0" err="1"/>
                        <a:t>Pos_H</a:t>
                      </a:r>
                      <a:r>
                        <a:rPr lang="en-US" dirty="0"/>
                        <a:t>}}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{{</a:t>
                      </a:r>
                      <a:r>
                        <a:rPr lang="en-US" dirty="0" err="1"/>
                        <a:t>dep_H</a:t>
                      </a:r>
                      <a:r>
                        <a:rPr lang="en-US" dirty="0"/>
                        <a:t>}}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{{</a:t>
                      </a:r>
                      <a:r>
                        <a:rPr lang="en-US" dirty="0" err="1"/>
                        <a:t>result_H</a:t>
                      </a:r>
                      <a:r>
                        <a:rPr lang="en-US" dirty="0"/>
                        <a:t>}}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{{</a:t>
                      </a:r>
                      <a:r>
                        <a:rPr lang="en-US" dirty="0" err="1"/>
                        <a:t>date_H</a:t>
                      </a:r>
                      <a:r>
                        <a:rPr lang="en-US" dirty="0"/>
                        <a:t>}}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187239074"/>
                  </a:ext>
                </a:extLst>
              </a:tr>
              <a:tr h="489856">
                <a:tc>
                  <a:txBody>
                    <a:bodyPr/>
                    <a:lstStyle/>
                    <a:p>
                      <a:r>
                        <a:rPr lang="en-US" dirty="0"/>
                        <a:t>{{I}}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/>
                          <a:ea typeface="+mn-ea"/>
                          <a:cs typeface="+mn-cs"/>
                        </a:rPr>
                        <a:t>{{</a:t>
                      </a:r>
                      <a:r>
                        <a:rPr kumimoji="0" lang="en-US" sz="1800" b="0" i="0" u="none" strike="noStrike" kern="1200" cap="none" spc="0" normalizeH="0" baseline="0" noProof="0" dirty="0" err="1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/>
                          <a:ea typeface="+mn-ea"/>
                          <a:cs typeface="+mn-cs"/>
                        </a:rPr>
                        <a:t>loc_I</a:t>
                      </a:r>
                      <a:r>
                        <a:rPr kumimoji="0" lang="en-US" sz="1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/>
                          <a:ea typeface="+mn-ea"/>
                          <a:cs typeface="+mn-cs"/>
                        </a:rPr>
                        <a:t>}}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{{</a:t>
                      </a:r>
                      <a:r>
                        <a:rPr lang="en-US" dirty="0" err="1"/>
                        <a:t>Pos_I</a:t>
                      </a:r>
                      <a:r>
                        <a:rPr lang="en-US" dirty="0"/>
                        <a:t>}}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{{</a:t>
                      </a:r>
                      <a:r>
                        <a:rPr lang="en-US" dirty="0" err="1"/>
                        <a:t>dep_I</a:t>
                      </a:r>
                      <a:r>
                        <a:rPr lang="en-US" dirty="0"/>
                        <a:t>}}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{{</a:t>
                      </a:r>
                      <a:r>
                        <a:rPr lang="en-US" dirty="0" err="1"/>
                        <a:t>result_I</a:t>
                      </a:r>
                      <a:r>
                        <a:rPr lang="en-US" dirty="0"/>
                        <a:t>}}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{{</a:t>
                      </a:r>
                      <a:r>
                        <a:rPr lang="en-US" dirty="0" err="1"/>
                        <a:t>date_I</a:t>
                      </a:r>
                      <a:r>
                        <a:rPr lang="en-US" dirty="0"/>
                        <a:t>}}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489371220"/>
                  </a:ext>
                </a:extLst>
              </a:tr>
              <a:tr h="489856">
                <a:tc>
                  <a:txBody>
                    <a:bodyPr/>
                    <a:lstStyle/>
                    <a:p>
                      <a:r>
                        <a:rPr lang="en-US" dirty="0"/>
                        <a:t>{{J}}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/>
                          <a:ea typeface="+mn-ea"/>
                          <a:cs typeface="+mn-cs"/>
                        </a:rPr>
                        <a:t>{{</a:t>
                      </a:r>
                      <a:r>
                        <a:rPr kumimoji="0" lang="en-US" sz="1800" b="0" i="0" u="none" strike="noStrike" kern="1200" cap="none" spc="0" normalizeH="0" baseline="0" noProof="0" dirty="0" err="1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/>
                          <a:ea typeface="+mn-ea"/>
                          <a:cs typeface="+mn-cs"/>
                        </a:rPr>
                        <a:t>loc_J</a:t>
                      </a:r>
                      <a:r>
                        <a:rPr kumimoji="0" lang="en-US" sz="1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/>
                          <a:ea typeface="+mn-ea"/>
                          <a:cs typeface="+mn-cs"/>
                        </a:rPr>
                        <a:t>}}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{{</a:t>
                      </a:r>
                      <a:r>
                        <a:rPr lang="en-US" dirty="0" err="1"/>
                        <a:t>Pos_J</a:t>
                      </a:r>
                      <a:r>
                        <a:rPr lang="en-US" dirty="0"/>
                        <a:t>}}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{{</a:t>
                      </a:r>
                      <a:r>
                        <a:rPr lang="en-US" dirty="0" err="1"/>
                        <a:t>dep_J</a:t>
                      </a:r>
                      <a:r>
                        <a:rPr lang="en-US" dirty="0"/>
                        <a:t>}}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{{</a:t>
                      </a:r>
                      <a:r>
                        <a:rPr lang="en-US" dirty="0" err="1"/>
                        <a:t>result_J</a:t>
                      </a:r>
                      <a:r>
                        <a:rPr lang="en-US" dirty="0"/>
                        <a:t>}}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{{</a:t>
                      </a:r>
                      <a:r>
                        <a:rPr lang="en-US" dirty="0" err="1"/>
                        <a:t>date_J</a:t>
                      </a:r>
                      <a:r>
                        <a:rPr lang="en-US" dirty="0"/>
                        <a:t>}}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74339706"/>
                  </a:ext>
                </a:extLst>
              </a:tr>
              <a:tr h="489856">
                <a:tc>
                  <a:txBody>
                    <a:bodyPr/>
                    <a:lstStyle/>
                    <a:p>
                      <a:r>
                        <a:rPr lang="en-US" dirty="0"/>
                        <a:t>{{K}}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/>
                          <a:ea typeface="+mn-ea"/>
                          <a:cs typeface="+mn-cs"/>
                        </a:rPr>
                        <a:t>{{</a:t>
                      </a:r>
                      <a:r>
                        <a:rPr kumimoji="0" lang="en-US" sz="1800" b="0" i="0" u="none" strike="noStrike" kern="1200" cap="none" spc="0" normalizeH="0" baseline="0" noProof="0" dirty="0" err="1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/>
                          <a:ea typeface="+mn-ea"/>
                          <a:cs typeface="+mn-cs"/>
                        </a:rPr>
                        <a:t>loc_K</a:t>
                      </a:r>
                      <a:r>
                        <a:rPr kumimoji="0" lang="en-US" sz="1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/>
                          <a:ea typeface="+mn-ea"/>
                          <a:cs typeface="+mn-cs"/>
                        </a:rPr>
                        <a:t>}}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{{</a:t>
                      </a:r>
                      <a:r>
                        <a:rPr lang="en-US" dirty="0" err="1"/>
                        <a:t>Pos_K</a:t>
                      </a:r>
                      <a:r>
                        <a:rPr lang="en-US" dirty="0"/>
                        <a:t>}}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{{</a:t>
                      </a:r>
                      <a:r>
                        <a:rPr lang="en-US" dirty="0" err="1"/>
                        <a:t>dep_K</a:t>
                      </a:r>
                      <a:r>
                        <a:rPr lang="en-US" dirty="0"/>
                        <a:t>}}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{{</a:t>
                      </a:r>
                      <a:r>
                        <a:rPr lang="en-US" dirty="0" err="1"/>
                        <a:t>result_K</a:t>
                      </a:r>
                      <a:r>
                        <a:rPr lang="en-US" dirty="0"/>
                        <a:t>}}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{{</a:t>
                      </a:r>
                      <a:r>
                        <a:rPr lang="en-US" dirty="0" err="1"/>
                        <a:t>date_K</a:t>
                      </a:r>
                      <a:r>
                        <a:rPr lang="en-US" dirty="0"/>
                        <a:t>}}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069206613"/>
                  </a:ext>
                </a:extLst>
              </a:tr>
              <a:tr h="489856">
                <a:tc>
                  <a:txBody>
                    <a:bodyPr/>
                    <a:lstStyle/>
                    <a:p>
                      <a:r>
                        <a:rPr lang="en-US" dirty="0"/>
                        <a:t>{{L}}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/>
                          <a:ea typeface="+mn-ea"/>
                          <a:cs typeface="+mn-cs"/>
                        </a:rPr>
                        <a:t>{{</a:t>
                      </a:r>
                      <a:r>
                        <a:rPr kumimoji="0" lang="en-US" sz="1800" b="0" i="0" u="none" strike="noStrike" kern="1200" cap="none" spc="0" normalizeH="0" baseline="0" noProof="0" dirty="0" err="1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/>
                          <a:ea typeface="+mn-ea"/>
                          <a:cs typeface="+mn-cs"/>
                        </a:rPr>
                        <a:t>loc_L</a:t>
                      </a:r>
                      <a:r>
                        <a:rPr kumimoji="0" lang="en-US" sz="1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/>
                          <a:ea typeface="+mn-ea"/>
                          <a:cs typeface="+mn-cs"/>
                        </a:rPr>
                        <a:t>}}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{{</a:t>
                      </a:r>
                      <a:r>
                        <a:rPr lang="en-US" dirty="0" err="1"/>
                        <a:t>Pos_L</a:t>
                      </a:r>
                      <a:r>
                        <a:rPr lang="en-US" dirty="0"/>
                        <a:t>}}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{{</a:t>
                      </a:r>
                      <a:r>
                        <a:rPr lang="en-US" dirty="0" err="1"/>
                        <a:t>dep_L</a:t>
                      </a:r>
                      <a:r>
                        <a:rPr lang="en-US" dirty="0"/>
                        <a:t>}}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{{</a:t>
                      </a:r>
                      <a:r>
                        <a:rPr lang="en-US" dirty="0" err="1"/>
                        <a:t>result_L</a:t>
                      </a:r>
                      <a:r>
                        <a:rPr lang="en-US" dirty="0"/>
                        <a:t>}}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{{</a:t>
                      </a:r>
                      <a:r>
                        <a:rPr lang="en-US" dirty="0" err="1"/>
                        <a:t>date_L</a:t>
                      </a:r>
                      <a:r>
                        <a:rPr lang="en-US" dirty="0"/>
                        <a:t>}}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567407047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3898190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6BD7DDC-E00C-65BB-E377-3DB95E89792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0" name="Picture 59">
            <a:extLst>
              <a:ext uri="{FF2B5EF4-FFF2-40B4-BE49-F238E27FC236}">
                <a16:creationId xmlns:a16="http://schemas.microsoft.com/office/drawing/2014/main" id="{677022E2-F1D4-EFE3-5249-95F758F83420}"/>
              </a:ext>
            </a:extLst>
          </p:cNvPr>
          <p:cNvPicPr>
            <a:picLocks noChangeAspect="1"/>
          </p:cNvPicPr>
          <p:nvPr/>
        </p:nvPicPr>
        <p:blipFill>
          <a:blip r:embed="rId3" cstate="screen"/>
          <a:stretch>
            <a:fillRect/>
          </a:stretch>
        </p:blipFill>
        <p:spPr>
          <a:xfrm>
            <a:off x="-152400" y="-223570"/>
            <a:ext cx="3048000" cy="1761882"/>
          </a:xfrm>
          <a:prstGeom prst="rect">
            <a:avLst/>
          </a:prstGeom>
        </p:spPr>
      </p:pic>
      <p:sp>
        <p:nvSpPr>
          <p:cNvPr id="61" name="TextBox 60">
            <a:extLst>
              <a:ext uri="{FF2B5EF4-FFF2-40B4-BE49-F238E27FC236}">
                <a16:creationId xmlns:a16="http://schemas.microsoft.com/office/drawing/2014/main" id="{01A836FB-7C0B-8557-2F95-D6252A32E209}"/>
              </a:ext>
            </a:extLst>
          </p:cNvPr>
          <p:cNvSpPr txBox="1"/>
          <p:nvPr/>
        </p:nvSpPr>
        <p:spPr>
          <a:xfrm>
            <a:off x="2895600" y="245359"/>
            <a:ext cx="13330159" cy="864596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lvl="0">
              <a:lnSpc>
                <a:spcPts val="7335"/>
              </a:lnSpc>
            </a:pPr>
            <a:r>
              <a:rPr lang="en-US" sz="4000" b="1" spc="-72" dirty="0">
                <a:solidFill>
                  <a:srgbClr val="FF7501"/>
                </a:solidFill>
                <a:latin typeface="TT Firs Neue" panose="020B0003030000020004" pitchFamily="34" charset="0"/>
                <a:ea typeface="Cooper Hewitt Bold"/>
                <a:cs typeface="Cooper Hewitt Bold"/>
                <a:sym typeface="Cooper Hewitt Bold"/>
              </a:rPr>
              <a:t>Plan Fulfillment MP 2026 - ACP</a:t>
            </a:r>
            <a:endParaRPr lang="en-US" sz="4000" b="1" spc="-72" dirty="0">
              <a:solidFill>
                <a:srgbClr val="FF7501"/>
              </a:solidFill>
              <a:latin typeface="Trade Gothic Next Heavy" panose="020B0903040303020004" pitchFamily="34" charset="0"/>
              <a:ea typeface="Cooper Hewitt Bold"/>
              <a:cs typeface="Cooper Hewitt Bold"/>
              <a:sym typeface="Cooper Hewitt Bold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256762" y="2159971"/>
            <a:ext cx="8322222" cy="4689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>
                <a:solidFill>
                  <a:srgbClr val="FF7501"/>
                </a:solidFill>
              </a:rPr>
              <a:t>PLAN VS ACTUAL 02 Mar – 08 Mar 2026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439400" y="2132471"/>
            <a:ext cx="6955002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>
                <a:solidFill>
                  <a:srgbClr val="FF7501"/>
                </a:solidFill>
              </a:rPr>
              <a:t>PLAN 09 Mar – 15 Mar 2026</a:t>
            </a:r>
          </a:p>
        </p:txBody>
      </p:sp>
    </p:spTree>
    <p:extLst>
      <p:ext uri="{BB962C8B-B14F-4D97-AF65-F5344CB8AC3E}">
        <p14:creationId xmlns:p14="http://schemas.microsoft.com/office/powerpoint/2010/main" val="244300000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C4CB23E-9AA5-BF5E-24EF-1905FB89B8D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0" name="Picture 59">
            <a:extLst>
              <a:ext uri="{FF2B5EF4-FFF2-40B4-BE49-F238E27FC236}">
                <a16:creationId xmlns:a16="http://schemas.microsoft.com/office/drawing/2014/main" id="{0CAA9091-12CC-CC19-EEFA-156193309701}"/>
              </a:ext>
            </a:extLst>
          </p:cNvPr>
          <p:cNvPicPr>
            <a:picLocks noChangeAspect="1"/>
          </p:cNvPicPr>
          <p:nvPr/>
        </p:nvPicPr>
        <p:blipFill>
          <a:blip r:embed="rId3" cstate="screen"/>
          <a:stretch>
            <a:fillRect/>
          </a:stretch>
        </p:blipFill>
        <p:spPr>
          <a:xfrm>
            <a:off x="-152400" y="-223570"/>
            <a:ext cx="3048000" cy="1761882"/>
          </a:xfrm>
          <a:prstGeom prst="rect">
            <a:avLst/>
          </a:prstGeom>
        </p:spPr>
      </p:pic>
      <p:sp>
        <p:nvSpPr>
          <p:cNvPr id="61" name="TextBox 60">
            <a:extLst>
              <a:ext uri="{FF2B5EF4-FFF2-40B4-BE49-F238E27FC236}">
                <a16:creationId xmlns:a16="http://schemas.microsoft.com/office/drawing/2014/main" id="{E79E1207-67C1-7BD0-39F5-9D367A64B99D}"/>
              </a:ext>
            </a:extLst>
          </p:cNvPr>
          <p:cNvSpPr txBox="1"/>
          <p:nvPr/>
        </p:nvSpPr>
        <p:spPr>
          <a:xfrm>
            <a:off x="2895600" y="245359"/>
            <a:ext cx="13330159" cy="834972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lvl="0">
              <a:lnSpc>
                <a:spcPts val="7335"/>
              </a:lnSpc>
            </a:pPr>
            <a:r>
              <a:rPr lang="en-US" sz="4000" b="1" spc="-72" dirty="0">
                <a:solidFill>
                  <a:srgbClr val="FF7501"/>
                </a:solidFill>
                <a:latin typeface="TT Firs Neue" panose="020B0003030000020004" pitchFamily="34" charset="0"/>
                <a:ea typeface="Cooper Hewitt Bold"/>
                <a:cs typeface="Cooper Hewitt Bold"/>
                <a:sym typeface="Cooper Hewitt Bold"/>
              </a:rPr>
              <a:t>Plan Fulfillment MP 2026 – JKT</a:t>
            </a:r>
            <a:endParaRPr lang="en-US" sz="4000" b="1" spc="-72" dirty="0">
              <a:solidFill>
                <a:srgbClr val="FF7501"/>
              </a:solidFill>
              <a:latin typeface="Trade Gothic Next Heavy" panose="020B0903040303020004" pitchFamily="34" charset="0"/>
              <a:ea typeface="Cooper Hewitt Bold"/>
              <a:cs typeface="Cooper Hewitt Bold"/>
              <a:sym typeface="Cooper Hewitt Bold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891310C4-3644-5467-04B9-E5BF93A7B5BB}"/>
              </a:ext>
            </a:extLst>
          </p:cNvPr>
          <p:cNvSpPr txBox="1"/>
          <p:nvPr/>
        </p:nvSpPr>
        <p:spPr>
          <a:xfrm>
            <a:off x="152400" y="2044126"/>
            <a:ext cx="647700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rgbClr val="FF7501"/>
                </a:solidFill>
              </a:rPr>
              <a:t>Manpower Plan 2026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6F2ED792-E280-8601-0434-E9A87F7A135C}"/>
              </a:ext>
            </a:extLst>
          </p:cNvPr>
          <p:cNvSpPr txBox="1"/>
          <p:nvPr/>
        </p:nvSpPr>
        <p:spPr>
          <a:xfrm>
            <a:off x="11734800" y="2044126"/>
            <a:ext cx="373380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rgbClr val="FF7501"/>
                </a:solidFill>
              </a:rPr>
              <a:t>Fulfillment Progress</a:t>
            </a:r>
          </a:p>
        </p:txBody>
      </p:sp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56F46EA0-B183-9950-7149-96DE4B98AF6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98708638"/>
              </p:ext>
            </p:extLst>
          </p:nvPr>
        </p:nvGraphicFramePr>
        <p:xfrm>
          <a:off x="179614" y="2933700"/>
          <a:ext cx="10335986" cy="644433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174671">
                  <a:extLst>
                    <a:ext uri="{9D8B030D-6E8A-4147-A177-3AD203B41FA5}">
                      <a16:colId xmlns:a16="http://schemas.microsoft.com/office/drawing/2014/main" val="73910562"/>
                    </a:ext>
                  </a:extLst>
                </a:gridCol>
                <a:gridCol w="1295400">
                  <a:extLst>
                    <a:ext uri="{9D8B030D-6E8A-4147-A177-3AD203B41FA5}">
                      <a16:colId xmlns:a16="http://schemas.microsoft.com/office/drawing/2014/main" val="350356184"/>
                    </a:ext>
                  </a:extLst>
                </a:gridCol>
                <a:gridCol w="1143000">
                  <a:extLst>
                    <a:ext uri="{9D8B030D-6E8A-4147-A177-3AD203B41FA5}">
                      <a16:colId xmlns:a16="http://schemas.microsoft.com/office/drawing/2014/main" val="122338166"/>
                    </a:ext>
                  </a:extLst>
                </a:gridCol>
                <a:gridCol w="1295400">
                  <a:extLst>
                    <a:ext uri="{9D8B030D-6E8A-4147-A177-3AD203B41FA5}">
                      <a16:colId xmlns:a16="http://schemas.microsoft.com/office/drawing/2014/main" val="2636474016"/>
                    </a:ext>
                  </a:extLst>
                </a:gridCol>
                <a:gridCol w="1219200">
                  <a:extLst>
                    <a:ext uri="{9D8B030D-6E8A-4147-A177-3AD203B41FA5}">
                      <a16:colId xmlns:a16="http://schemas.microsoft.com/office/drawing/2014/main" val="3822958118"/>
                    </a:ext>
                  </a:extLst>
                </a:gridCol>
                <a:gridCol w="1208315">
                  <a:extLst>
                    <a:ext uri="{9D8B030D-6E8A-4147-A177-3AD203B41FA5}">
                      <a16:colId xmlns:a16="http://schemas.microsoft.com/office/drawing/2014/main" val="2874381739"/>
                    </a:ext>
                  </a:extLst>
                </a:gridCol>
              </a:tblGrid>
              <a:tr h="609600">
                <a:tc>
                  <a:txBody>
                    <a:bodyPr/>
                    <a:lstStyle/>
                    <a:p>
                      <a:pPr algn="ctr"/>
                      <a:r>
                        <a:rPr lang="en-US" sz="1600" dirty="0" err="1">
                          <a:latin typeface="TT Firs Neue" panose="020B0003030000020004"/>
                        </a:rPr>
                        <a:t>Departement</a:t>
                      </a:r>
                      <a:endParaRPr lang="en-US" sz="1600" dirty="0">
                        <a:latin typeface="TT Firs Neue" panose="020B0003030000020004"/>
                      </a:endParaRPr>
                    </a:p>
                  </a:txBody>
                  <a:tcPr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680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dirty="0">
                          <a:latin typeface="TT Firs Neue" panose="020B0003030000020004"/>
                        </a:rPr>
                        <a:t>MPP</a:t>
                      </a:r>
                    </a:p>
                  </a:txBody>
                  <a:tcPr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680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dirty="0">
                          <a:latin typeface="TT Firs Neue" panose="020B0003030000020004"/>
                        </a:rPr>
                        <a:t>Actual</a:t>
                      </a:r>
                    </a:p>
                  </a:txBody>
                  <a:tcPr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680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dirty="0">
                          <a:latin typeface="TT Firs Neue" panose="020B0003030000020004"/>
                        </a:rPr>
                        <a:t>Dev</a:t>
                      </a:r>
                    </a:p>
                  </a:txBody>
                  <a:tcPr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680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dirty="0">
                          <a:latin typeface="TT Firs Neue" panose="020B0003030000020004"/>
                        </a:rPr>
                        <a:t>ADP</a:t>
                      </a:r>
                    </a:p>
                  </a:txBody>
                  <a:tcPr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680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dirty="0">
                          <a:latin typeface="TT Firs Neue" panose="020B0003030000020004"/>
                        </a:rPr>
                        <a:t>EXT</a:t>
                      </a:r>
                    </a:p>
                  </a:txBody>
                  <a:tcPr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680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82292918"/>
                  </a:ext>
                </a:extLst>
              </a:tr>
              <a:tr h="468087">
                <a:tc>
                  <a:txBody>
                    <a:bodyPr/>
                    <a:lstStyle/>
                    <a:p>
                      <a:r>
                        <a:rPr lang="en-US" dirty="0"/>
                        <a:t>{{A}}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{{MPP_A}}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{{ACT_A}}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{{DEV_A}}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{{ADP_A}}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{{EXT_A}}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662413333"/>
                  </a:ext>
                </a:extLst>
              </a:tr>
              <a:tr h="533400">
                <a:tc>
                  <a:txBody>
                    <a:bodyPr/>
                    <a:lstStyle/>
                    <a:p>
                      <a:r>
                        <a:rPr lang="en-US" dirty="0"/>
                        <a:t>{{B}}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{{MPP_B}}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{{ACT_B}}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{{DEV_B}}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{{ADP_B}}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{{EXT_B}}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53775361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r>
                        <a:rPr lang="en-US" dirty="0"/>
                        <a:t>{{C}}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{{MPP_C}}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{{ACT_C}}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{{DEV_C}}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{{ADP_C}}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{{EXT_C}}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013213267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r>
                        <a:rPr lang="en-US" dirty="0"/>
                        <a:t>{{D}}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{{MPP_D}}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{{ACT_D}}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{{DEV_D}}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{{ADP_D}}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{{EXT_D}}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141962881"/>
                  </a:ext>
                </a:extLst>
              </a:tr>
              <a:tr h="489856">
                <a:tc>
                  <a:txBody>
                    <a:bodyPr/>
                    <a:lstStyle/>
                    <a:p>
                      <a:r>
                        <a:rPr lang="en-US" dirty="0"/>
                        <a:t>{{E}}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{{MPP_E}}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{{ACT_E}}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{{DEV_E}}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{{ADP_E}}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{{EXT_E}}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260629303"/>
                  </a:ext>
                </a:extLst>
              </a:tr>
              <a:tr h="489856">
                <a:tc>
                  <a:txBody>
                    <a:bodyPr/>
                    <a:lstStyle/>
                    <a:p>
                      <a:r>
                        <a:rPr lang="en-US" dirty="0"/>
                        <a:t>{{F}}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{{MPP_F}}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{{ACT_F}}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{{DEV_F}}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{{ADP_F}}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{{EXT_F}}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380510905"/>
                  </a:ext>
                </a:extLst>
              </a:tr>
              <a:tr h="489856">
                <a:tc>
                  <a:txBody>
                    <a:bodyPr/>
                    <a:lstStyle/>
                    <a:p>
                      <a:r>
                        <a:rPr lang="en-US" dirty="0"/>
                        <a:t>{{G}}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{{MPP_G}}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{{ACT_G}}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{{DEV_G}}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{{ADP_G}}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{{EXT_G}}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447019494"/>
                  </a:ext>
                </a:extLst>
              </a:tr>
              <a:tr h="489856">
                <a:tc>
                  <a:txBody>
                    <a:bodyPr/>
                    <a:lstStyle/>
                    <a:p>
                      <a:r>
                        <a:rPr lang="en-US" dirty="0"/>
                        <a:t>{{H}}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{{MPP_H}}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{{ACT_H}}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{{DEV_H}}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{{ADP_H}}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{{EXT_H}}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072080408"/>
                  </a:ext>
                </a:extLst>
              </a:tr>
              <a:tr h="489856">
                <a:tc>
                  <a:txBody>
                    <a:bodyPr/>
                    <a:lstStyle/>
                    <a:p>
                      <a:r>
                        <a:rPr lang="en-US" dirty="0"/>
                        <a:t>{{I}}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{{MPP_I}}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{{ACT_I}}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{{DEV_I}}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{{ADP_I}}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{{EXT_I}}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087215315"/>
                  </a:ext>
                </a:extLst>
              </a:tr>
              <a:tr h="489856">
                <a:tc>
                  <a:txBody>
                    <a:bodyPr/>
                    <a:lstStyle/>
                    <a:p>
                      <a:r>
                        <a:rPr lang="en-US" dirty="0"/>
                        <a:t>{{J}}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{{MPP_J}}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{{ACT_J}}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{{DEV_J}}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{{ADP_J}}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{{EXT_J}}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011568881"/>
                  </a:ext>
                </a:extLst>
              </a:tr>
              <a:tr h="489856">
                <a:tc>
                  <a:txBody>
                    <a:bodyPr/>
                    <a:lstStyle/>
                    <a:p>
                      <a:r>
                        <a:rPr lang="en-US" dirty="0"/>
                        <a:t>{{K}}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{{MPP_K}}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{{ACT_K}}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{{DEV_K}}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{{ADP_K}}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{{EXT_K}}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449023683"/>
                  </a:ext>
                </a:extLst>
              </a:tr>
              <a:tr h="489856">
                <a:tc>
                  <a:txBody>
                    <a:bodyPr/>
                    <a:lstStyle/>
                    <a:p>
                      <a:r>
                        <a:rPr lang="en-US" dirty="0"/>
                        <a:t>{{L}}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{{MPP_L}}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{{ACT_L}}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{{DEV_L}}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{{ADP_L}}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{{EXT_L}}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856619760"/>
                  </a:ext>
                </a:extLst>
              </a:tr>
            </a:tbl>
          </a:graphicData>
        </a:graphic>
      </p:graphicFrame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5068E9FA-CA5D-CD07-123D-B1ECDFBBE95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096464528"/>
              </p:ext>
            </p:extLst>
          </p:nvPr>
        </p:nvGraphicFramePr>
        <p:xfrm>
          <a:off x="11065326" y="2933700"/>
          <a:ext cx="6308274" cy="644433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95400">
                  <a:extLst>
                    <a:ext uri="{9D8B030D-6E8A-4147-A177-3AD203B41FA5}">
                      <a16:colId xmlns:a16="http://schemas.microsoft.com/office/drawing/2014/main" val="350356184"/>
                    </a:ext>
                  </a:extLst>
                </a:gridCol>
                <a:gridCol w="1143000">
                  <a:extLst>
                    <a:ext uri="{9D8B030D-6E8A-4147-A177-3AD203B41FA5}">
                      <a16:colId xmlns:a16="http://schemas.microsoft.com/office/drawing/2014/main" val="122338166"/>
                    </a:ext>
                  </a:extLst>
                </a:gridCol>
                <a:gridCol w="1295400">
                  <a:extLst>
                    <a:ext uri="{9D8B030D-6E8A-4147-A177-3AD203B41FA5}">
                      <a16:colId xmlns:a16="http://schemas.microsoft.com/office/drawing/2014/main" val="2636474016"/>
                    </a:ext>
                  </a:extLst>
                </a:gridCol>
                <a:gridCol w="1219200">
                  <a:extLst>
                    <a:ext uri="{9D8B030D-6E8A-4147-A177-3AD203B41FA5}">
                      <a16:colId xmlns:a16="http://schemas.microsoft.com/office/drawing/2014/main" val="3822958118"/>
                    </a:ext>
                  </a:extLst>
                </a:gridCol>
                <a:gridCol w="1355274">
                  <a:extLst>
                    <a:ext uri="{9D8B030D-6E8A-4147-A177-3AD203B41FA5}">
                      <a16:colId xmlns:a16="http://schemas.microsoft.com/office/drawing/2014/main" val="2874381739"/>
                    </a:ext>
                  </a:extLst>
                </a:gridCol>
              </a:tblGrid>
              <a:tr h="609600">
                <a:tc>
                  <a:txBody>
                    <a:bodyPr/>
                    <a:lstStyle/>
                    <a:p>
                      <a:pPr algn="ctr"/>
                      <a:r>
                        <a:rPr lang="en-US" sz="1600" dirty="0">
                          <a:latin typeface="TT Firs Neue" panose="020B0003030000020004"/>
                        </a:rPr>
                        <a:t>Interview</a:t>
                      </a:r>
                    </a:p>
                  </a:txBody>
                  <a:tcPr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680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dirty="0" err="1">
                          <a:latin typeface="TT Firs Neue" panose="020B0003030000020004"/>
                        </a:rPr>
                        <a:t>Psychotest</a:t>
                      </a:r>
                      <a:endParaRPr lang="en-US" sz="1600" dirty="0">
                        <a:latin typeface="TT Firs Neue" panose="020B0003030000020004"/>
                      </a:endParaRPr>
                    </a:p>
                  </a:txBody>
                  <a:tcPr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680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dirty="0">
                          <a:latin typeface="TT Firs Neue" panose="020B0003030000020004"/>
                        </a:rPr>
                        <a:t>Offering</a:t>
                      </a:r>
                    </a:p>
                  </a:txBody>
                  <a:tcPr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680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dirty="0">
                          <a:latin typeface="TT Firs Neue" panose="020B0003030000020004"/>
                        </a:rPr>
                        <a:t>MCU</a:t>
                      </a:r>
                    </a:p>
                  </a:txBody>
                  <a:tcPr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680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dirty="0">
                          <a:latin typeface="TT Firs Neue" panose="020B0003030000020004"/>
                        </a:rPr>
                        <a:t>Est Dev</a:t>
                      </a:r>
                    </a:p>
                  </a:txBody>
                  <a:tcPr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680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82292918"/>
                  </a:ext>
                </a:extLst>
              </a:tr>
              <a:tr h="468087">
                <a:tc>
                  <a:txBody>
                    <a:bodyPr/>
                    <a:lstStyle/>
                    <a:p>
                      <a:r>
                        <a:rPr lang="en-US" dirty="0"/>
                        <a:t>{{</a:t>
                      </a:r>
                      <a:r>
                        <a:rPr lang="en-US" dirty="0" err="1"/>
                        <a:t>int_A</a:t>
                      </a:r>
                      <a:r>
                        <a:rPr lang="en-US" dirty="0"/>
                        <a:t>}}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{{</a:t>
                      </a:r>
                      <a:r>
                        <a:rPr lang="en-US" dirty="0" err="1"/>
                        <a:t>psy_A</a:t>
                      </a:r>
                      <a:r>
                        <a:rPr lang="en-US" dirty="0"/>
                        <a:t>}}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{{</a:t>
                      </a:r>
                      <a:r>
                        <a:rPr lang="en-US" dirty="0" err="1"/>
                        <a:t>ofe_A</a:t>
                      </a:r>
                      <a:r>
                        <a:rPr lang="en-US" dirty="0"/>
                        <a:t>}}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{{</a:t>
                      </a:r>
                      <a:r>
                        <a:rPr lang="en-US" dirty="0" err="1"/>
                        <a:t>mcu_A</a:t>
                      </a:r>
                      <a:r>
                        <a:rPr lang="en-US" dirty="0"/>
                        <a:t>}}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{{</a:t>
                      </a:r>
                      <a:r>
                        <a:rPr lang="en-US" dirty="0" err="1"/>
                        <a:t>devf_A</a:t>
                      </a:r>
                      <a:r>
                        <a:rPr lang="en-US" dirty="0"/>
                        <a:t>}}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662413333"/>
                  </a:ext>
                </a:extLst>
              </a:tr>
              <a:tr h="533400">
                <a:tc>
                  <a:txBody>
                    <a:bodyPr/>
                    <a:lstStyle/>
                    <a:p>
                      <a:r>
                        <a:rPr lang="en-US" dirty="0"/>
                        <a:t>{{</a:t>
                      </a:r>
                      <a:r>
                        <a:rPr lang="en-US" dirty="0" err="1"/>
                        <a:t>int_B</a:t>
                      </a:r>
                      <a:r>
                        <a:rPr lang="en-US" dirty="0"/>
                        <a:t>}}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{{</a:t>
                      </a:r>
                      <a:r>
                        <a:rPr lang="en-US" dirty="0" err="1"/>
                        <a:t>psy_B</a:t>
                      </a:r>
                      <a:r>
                        <a:rPr lang="en-US" dirty="0"/>
                        <a:t>}}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{{</a:t>
                      </a:r>
                      <a:r>
                        <a:rPr lang="en-US" dirty="0" err="1"/>
                        <a:t>ofe_B</a:t>
                      </a:r>
                      <a:r>
                        <a:rPr lang="en-US" dirty="0"/>
                        <a:t>}}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{{</a:t>
                      </a:r>
                      <a:r>
                        <a:rPr lang="en-US" dirty="0" err="1"/>
                        <a:t>mcu_B</a:t>
                      </a:r>
                      <a:r>
                        <a:rPr lang="en-US" dirty="0"/>
                        <a:t>}}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{{</a:t>
                      </a:r>
                      <a:r>
                        <a:rPr lang="en-US" dirty="0" err="1"/>
                        <a:t>devf_B</a:t>
                      </a:r>
                      <a:r>
                        <a:rPr lang="en-US" dirty="0"/>
                        <a:t>}}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53775361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r>
                        <a:rPr lang="en-US" dirty="0"/>
                        <a:t>{{</a:t>
                      </a:r>
                      <a:r>
                        <a:rPr lang="en-US" dirty="0" err="1"/>
                        <a:t>int_C</a:t>
                      </a:r>
                      <a:r>
                        <a:rPr lang="en-US" dirty="0"/>
                        <a:t>}}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{{</a:t>
                      </a:r>
                      <a:r>
                        <a:rPr lang="en-US" dirty="0" err="1"/>
                        <a:t>psy_C</a:t>
                      </a:r>
                      <a:r>
                        <a:rPr lang="en-US" dirty="0"/>
                        <a:t>}}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{{</a:t>
                      </a:r>
                      <a:r>
                        <a:rPr lang="en-US" dirty="0" err="1"/>
                        <a:t>ofe_C</a:t>
                      </a:r>
                      <a:r>
                        <a:rPr lang="en-US" dirty="0"/>
                        <a:t>}}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{{</a:t>
                      </a:r>
                      <a:r>
                        <a:rPr lang="en-US" dirty="0" err="1"/>
                        <a:t>mcu_C</a:t>
                      </a:r>
                      <a:r>
                        <a:rPr lang="en-US" dirty="0"/>
                        <a:t>}}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{{</a:t>
                      </a:r>
                      <a:r>
                        <a:rPr lang="en-US" dirty="0" err="1"/>
                        <a:t>devf_C</a:t>
                      </a:r>
                      <a:r>
                        <a:rPr lang="en-US" dirty="0"/>
                        <a:t>}}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013213267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r>
                        <a:rPr lang="en-US" dirty="0"/>
                        <a:t>{{</a:t>
                      </a:r>
                      <a:r>
                        <a:rPr lang="en-US" dirty="0" err="1"/>
                        <a:t>int_D</a:t>
                      </a:r>
                      <a:r>
                        <a:rPr lang="en-US" dirty="0"/>
                        <a:t>}}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{{</a:t>
                      </a:r>
                      <a:r>
                        <a:rPr lang="en-US" dirty="0" err="1"/>
                        <a:t>psy_D</a:t>
                      </a:r>
                      <a:r>
                        <a:rPr lang="en-US" dirty="0"/>
                        <a:t>}}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{{</a:t>
                      </a:r>
                      <a:r>
                        <a:rPr lang="en-US" dirty="0" err="1"/>
                        <a:t>ofe_D</a:t>
                      </a:r>
                      <a:r>
                        <a:rPr lang="en-US" dirty="0"/>
                        <a:t>}}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{{</a:t>
                      </a:r>
                      <a:r>
                        <a:rPr lang="en-US" dirty="0" err="1"/>
                        <a:t>mcu_D</a:t>
                      </a:r>
                      <a:r>
                        <a:rPr lang="en-US" dirty="0"/>
                        <a:t>}}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{{</a:t>
                      </a:r>
                      <a:r>
                        <a:rPr lang="en-US" dirty="0" err="1"/>
                        <a:t>devf_D</a:t>
                      </a:r>
                      <a:r>
                        <a:rPr lang="en-US" dirty="0"/>
                        <a:t>}}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141962881"/>
                  </a:ext>
                </a:extLst>
              </a:tr>
              <a:tr h="489856">
                <a:tc>
                  <a:txBody>
                    <a:bodyPr/>
                    <a:lstStyle/>
                    <a:p>
                      <a:r>
                        <a:rPr lang="en-US" dirty="0"/>
                        <a:t>{{</a:t>
                      </a:r>
                      <a:r>
                        <a:rPr lang="en-US" dirty="0" err="1"/>
                        <a:t>int_E</a:t>
                      </a:r>
                      <a:r>
                        <a:rPr lang="en-US" dirty="0"/>
                        <a:t>}}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{{</a:t>
                      </a:r>
                      <a:r>
                        <a:rPr lang="en-US" dirty="0" err="1"/>
                        <a:t>psy_E</a:t>
                      </a:r>
                      <a:r>
                        <a:rPr lang="en-US" dirty="0"/>
                        <a:t>}}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{{</a:t>
                      </a:r>
                      <a:r>
                        <a:rPr lang="en-US" dirty="0" err="1"/>
                        <a:t>ofe_E</a:t>
                      </a:r>
                      <a:r>
                        <a:rPr lang="en-US" dirty="0"/>
                        <a:t>}}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{{</a:t>
                      </a:r>
                      <a:r>
                        <a:rPr lang="en-US" dirty="0" err="1"/>
                        <a:t>mcu_E</a:t>
                      </a:r>
                      <a:r>
                        <a:rPr lang="en-US" dirty="0"/>
                        <a:t>}}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{{</a:t>
                      </a:r>
                      <a:r>
                        <a:rPr lang="en-US" dirty="0" err="1"/>
                        <a:t>devf_E</a:t>
                      </a:r>
                      <a:r>
                        <a:rPr lang="en-US" dirty="0"/>
                        <a:t>}}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260629303"/>
                  </a:ext>
                </a:extLst>
              </a:tr>
              <a:tr h="489856">
                <a:tc>
                  <a:txBody>
                    <a:bodyPr/>
                    <a:lstStyle/>
                    <a:p>
                      <a:r>
                        <a:rPr lang="en-US" dirty="0"/>
                        <a:t>{{</a:t>
                      </a:r>
                      <a:r>
                        <a:rPr lang="en-US" dirty="0" err="1"/>
                        <a:t>int_F</a:t>
                      </a:r>
                      <a:r>
                        <a:rPr lang="en-US" dirty="0"/>
                        <a:t>}}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{{</a:t>
                      </a:r>
                      <a:r>
                        <a:rPr lang="en-US" dirty="0" err="1"/>
                        <a:t>psy_F</a:t>
                      </a:r>
                      <a:r>
                        <a:rPr lang="en-US" dirty="0"/>
                        <a:t>}}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{{</a:t>
                      </a:r>
                      <a:r>
                        <a:rPr lang="en-US" dirty="0" err="1"/>
                        <a:t>ofe_F</a:t>
                      </a:r>
                      <a:r>
                        <a:rPr lang="en-US" dirty="0"/>
                        <a:t>}}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{{</a:t>
                      </a:r>
                      <a:r>
                        <a:rPr lang="en-US" dirty="0" err="1"/>
                        <a:t>mcu_F</a:t>
                      </a:r>
                      <a:r>
                        <a:rPr lang="en-US" dirty="0"/>
                        <a:t>}}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{{</a:t>
                      </a:r>
                      <a:r>
                        <a:rPr lang="en-US" dirty="0" err="1"/>
                        <a:t>devf_F</a:t>
                      </a:r>
                      <a:r>
                        <a:rPr lang="en-US" dirty="0"/>
                        <a:t>}}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380510905"/>
                  </a:ext>
                </a:extLst>
              </a:tr>
              <a:tr h="489856">
                <a:tc>
                  <a:txBody>
                    <a:bodyPr/>
                    <a:lstStyle/>
                    <a:p>
                      <a:r>
                        <a:rPr lang="en-US" dirty="0"/>
                        <a:t>{{</a:t>
                      </a:r>
                      <a:r>
                        <a:rPr lang="en-US" dirty="0" err="1"/>
                        <a:t>int_G</a:t>
                      </a:r>
                      <a:r>
                        <a:rPr lang="en-US" dirty="0"/>
                        <a:t>}}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{{</a:t>
                      </a:r>
                      <a:r>
                        <a:rPr lang="en-US" dirty="0" err="1"/>
                        <a:t>psy_G</a:t>
                      </a:r>
                      <a:r>
                        <a:rPr lang="en-US" dirty="0"/>
                        <a:t>}}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{{</a:t>
                      </a:r>
                      <a:r>
                        <a:rPr lang="en-US" dirty="0" err="1"/>
                        <a:t>ofe_G</a:t>
                      </a:r>
                      <a:r>
                        <a:rPr lang="en-US" dirty="0"/>
                        <a:t>}}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{{</a:t>
                      </a:r>
                      <a:r>
                        <a:rPr lang="en-US" dirty="0" err="1"/>
                        <a:t>mcu_G</a:t>
                      </a:r>
                      <a:r>
                        <a:rPr lang="en-US" dirty="0"/>
                        <a:t>}}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{{</a:t>
                      </a:r>
                      <a:r>
                        <a:rPr lang="en-US" dirty="0" err="1"/>
                        <a:t>devf_G</a:t>
                      </a:r>
                      <a:r>
                        <a:rPr lang="en-US" dirty="0"/>
                        <a:t>}}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447019494"/>
                  </a:ext>
                </a:extLst>
              </a:tr>
              <a:tr h="489856">
                <a:tc>
                  <a:txBody>
                    <a:bodyPr/>
                    <a:lstStyle/>
                    <a:p>
                      <a:r>
                        <a:rPr lang="en-US" dirty="0"/>
                        <a:t>{{</a:t>
                      </a:r>
                      <a:r>
                        <a:rPr lang="en-US" dirty="0" err="1"/>
                        <a:t>int_H</a:t>
                      </a:r>
                      <a:r>
                        <a:rPr lang="en-US" dirty="0"/>
                        <a:t>}}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{{</a:t>
                      </a:r>
                      <a:r>
                        <a:rPr lang="en-US" dirty="0" err="1"/>
                        <a:t>psy_H</a:t>
                      </a:r>
                      <a:r>
                        <a:rPr lang="en-US" dirty="0"/>
                        <a:t>}}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{{</a:t>
                      </a:r>
                      <a:r>
                        <a:rPr lang="en-US" dirty="0" err="1"/>
                        <a:t>ofe_H</a:t>
                      </a:r>
                      <a:r>
                        <a:rPr lang="en-US" dirty="0"/>
                        <a:t>}}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{{</a:t>
                      </a:r>
                      <a:r>
                        <a:rPr lang="en-US" dirty="0" err="1"/>
                        <a:t>mcu_H</a:t>
                      </a:r>
                      <a:r>
                        <a:rPr lang="en-US" dirty="0"/>
                        <a:t>}}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{{</a:t>
                      </a:r>
                      <a:r>
                        <a:rPr lang="en-US" dirty="0" err="1"/>
                        <a:t>devf_H</a:t>
                      </a:r>
                      <a:r>
                        <a:rPr lang="en-US" dirty="0"/>
                        <a:t>}}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072080408"/>
                  </a:ext>
                </a:extLst>
              </a:tr>
              <a:tr h="489856">
                <a:tc>
                  <a:txBody>
                    <a:bodyPr/>
                    <a:lstStyle/>
                    <a:p>
                      <a:r>
                        <a:rPr lang="en-US" dirty="0"/>
                        <a:t>{{</a:t>
                      </a:r>
                      <a:r>
                        <a:rPr lang="en-US" dirty="0" err="1"/>
                        <a:t>int_I</a:t>
                      </a:r>
                      <a:r>
                        <a:rPr lang="en-US" dirty="0"/>
                        <a:t>}}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{{</a:t>
                      </a:r>
                      <a:r>
                        <a:rPr lang="en-US" dirty="0" err="1"/>
                        <a:t>psy_I</a:t>
                      </a:r>
                      <a:r>
                        <a:rPr lang="en-US" dirty="0"/>
                        <a:t>}}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{{</a:t>
                      </a:r>
                      <a:r>
                        <a:rPr lang="en-US" dirty="0" err="1"/>
                        <a:t>ofe_I</a:t>
                      </a:r>
                      <a:r>
                        <a:rPr lang="en-US" dirty="0"/>
                        <a:t>}}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{{</a:t>
                      </a:r>
                      <a:r>
                        <a:rPr lang="en-US" dirty="0" err="1"/>
                        <a:t>mcu_I</a:t>
                      </a:r>
                      <a:r>
                        <a:rPr lang="en-US" dirty="0"/>
                        <a:t>}}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{{</a:t>
                      </a:r>
                      <a:r>
                        <a:rPr lang="en-US" dirty="0" err="1"/>
                        <a:t>devf_I</a:t>
                      </a:r>
                      <a:r>
                        <a:rPr lang="en-US" dirty="0"/>
                        <a:t>}}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087215315"/>
                  </a:ext>
                </a:extLst>
              </a:tr>
              <a:tr h="489856">
                <a:tc>
                  <a:txBody>
                    <a:bodyPr/>
                    <a:lstStyle/>
                    <a:p>
                      <a:r>
                        <a:rPr lang="en-US" dirty="0"/>
                        <a:t>{{</a:t>
                      </a:r>
                      <a:r>
                        <a:rPr lang="en-US" dirty="0" err="1"/>
                        <a:t>int_J</a:t>
                      </a:r>
                      <a:r>
                        <a:rPr lang="en-US" dirty="0"/>
                        <a:t>}}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{{</a:t>
                      </a:r>
                      <a:r>
                        <a:rPr lang="en-US" dirty="0" err="1"/>
                        <a:t>psy_J</a:t>
                      </a:r>
                      <a:r>
                        <a:rPr lang="en-US" dirty="0"/>
                        <a:t>}}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{{</a:t>
                      </a:r>
                      <a:r>
                        <a:rPr lang="en-US" dirty="0" err="1"/>
                        <a:t>ofe_J</a:t>
                      </a:r>
                      <a:r>
                        <a:rPr lang="en-US" dirty="0"/>
                        <a:t>}}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{{</a:t>
                      </a:r>
                      <a:r>
                        <a:rPr lang="en-US" dirty="0" err="1"/>
                        <a:t>mcu_J</a:t>
                      </a:r>
                      <a:r>
                        <a:rPr lang="en-US" dirty="0"/>
                        <a:t>}}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{{</a:t>
                      </a:r>
                      <a:r>
                        <a:rPr lang="en-US" dirty="0" err="1"/>
                        <a:t>devf_J</a:t>
                      </a:r>
                      <a:r>
                        <a:rPr lang="en-US" dirty="0"/>
                        <a:t>}}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011568881"/>
                  </a:ext>
                </a:extLst>
              </a:tr>
              <a:tr h="489856">
                <a:tc>
                  <a:txBody>
                    <a:bodyPr/>
                    <a:lstStyle/>
                    <a:p>
                      <a:r>
                        <a:rPr lang="en-US" dirty="0"/>
                        <a:t>{{</a:t>
                      </a:r>
                      <a:r>
                        <a:rPr lang="en-US" dirty="0" err="1"/>
                        <a:t>int_K</a:t>
                      </a:r>
                      <a:r>
                        <a:rPr lang="en-US" dirty="0"/>
                        <a:t>}}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{{</a:t>
                      </a:r>
                      <a:r>
                        <a:rPr lang="en-US" dirty="0" err="1"/>
                        <a:t>psy_K</a:t>
                      </a:r>
                      <a:r>
                        <a:rPr lang="en-US" dirty="0"/>
                        <a:t>}}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{{</a:t>
                      </a:r>
                      <a:r>
                        <a:rPr lang="en-US" dirty="0" err="1"/>
                        <a:t>ofe_K</a:t>
                      </a:r>
                      <a:r>
                        <a:rPr lang="en-US" dirty="0"/>
                        <a:t>}}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{{</a:t>
                      </a:r>
                      <a:r>
                        <a:rPr lang="en-US" dirty="0" err="1"/>
                        <a:t>mcu_K</a:t>
                      </a:r>
                      <a:r>
                        <a:rPr lang="en-US" dirty="0"/>
                        <a:t>}}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{{</a:t>
                      </a:r>
                      <a:r>
                        <a:rPr lang="en-US" dirty="0" err="1"/>
                        <a:t>devf_K</a:t>
                      </a:r>
                      <a:r>
                        <a:rPr lang="en-US" dirty="0"/>
                        <a:t>}}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860483314"/>
                  </a:ext>
                </a:extLst>
              </a:tr>
              <a:tr h="489856">
                <a:tc>
                  <a:txBody>
                    <a:bodyPr/>
                    <a:lstStyle/>
                    <a:p>
                      <a:r>
                        <a:rPr lang="en-US" dirty="0"/>
                        <a:t>{{</a:t>
                      </a:r>
                      <a:r>
                        <a:rPr lang="en-US" dirty="0" err="1"/>
                        <a:t>int_L</a:t>
                      </a:r>
                      <a:r>
                        <a:rPr lang="en-US" dirty="0"/>
                        <a:t>}}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{{</a:t>
                      </a:r>
                      <a:r>
                        <a:rPr lang="en-US" dirty="0" err="1"/>
                        <a:t>psy_L</a:t>
                      </a:r>
                      <a:r>
                        <a:rPr lang="en-US" dirty="0"/>
                        <a:t>}}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{{</a:t>
                      </a:r>
                      <a:r>
                        <a:rPr lang="en-US" dirty="0" err="1"/>
                        <a:t>ofe_L</a:t>
                      </a:r>
                      <a:r>
                        <a:rPr lang="en-US" dirty="0"/>
                        <a:t>}}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{{</a:t>
                      </a:r>
                      <a:r>
                        <a:rPr lang="en-US" dirty="0" err="1"/>
                        <a:t>mcu_L</a:t>
                      </a:r>
                      <a:r>
                        <a:rPr lang="en-US" dirty="0"/>
                        <a:t>}}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{{</a:t>
                      </a:r>
                      <a:r>
                        <a:rPr lang="en-US" dirty="0" err="1"/>
                        <a:t>devf_L</a:t>
                      </a:r>
                      <a:r>
                        <a:rPr lang="en-US" dirty="0"/>
                        <a:t>}}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836041743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993701378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1B6A921-E997-8204-AFBC-080C3314CE1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0" name="Picture 29" descr="A water in a quarry&#10;&#10;Description automatically generated with medium confidence">
            <a:extLst>
              <a:ext uri="{FF2B5EF4-FFF2-40B4-BE49-F238E27FC236}">
                <a16:creationId xmlns:a16="http://schemas.microsoft.com/office/drawing/2014/main" id="{C75025E4-2770-A987-50D6-E77A8A60ACC5}"/>
              </a:ext>
            </a:extLst>
          </p:cNvPr>
          <p:cNvPicPr>
            <a:picLocks noChangeAspect="1"/>
          </p:cNvPicPr>
          <p:nvPr/>
        </p:nvPicPr>
        <p:blipFill>
          <a:blip r:embed="rId2" cstate="screen">
            <a:alphaModFix amt="95000"/>
          </a:blip>
          <a:srcRect l="33333"/>
          <a:stretch>
            <a:fillRect/>
          </a:stretch>
        </p:blipFill>
        <p:spPr>
          <a:xfrm>
            <a:off x="0" y="0"/>
            <a:ext cx="9144000" cy="10287000"/>
          </a:xfrm>
          <a:prstGeom prst="rect">
            <a:avLst/>
          </a:prstGeom>
        </p:spPr>
      </p:pic>
      <p:sp>
        <p:nvSpPr>
          <p:cNvPr id="20" name="TextBox 20">
            <a:extLst>
              <a:ext uri="{FF2B5EF4-FFF2-40B4-BE49-F238E27FC236}">
                <a16:creationId xmlns:a16="http://schemas.microsoft.com/office/drawing/2014/main" id="{D716CF7E-189B-8437-690E-B7CBEDAE50BC}"/>
              </a:ext>
            </a:extLst>
          </p:cNvPr>
          <p:cNvSpPr txBox="1"/>
          <p:nvPr/>
        </p:nvSpPr>
        <p:spPr>
          <a:xfrm>
            <a:off x="11421099" y="4533900"/>
            <a:ext cx="6212836" cy="96866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r">
              <a:lnSpc>
                <a:spcPts val="7520"/>
              </a:lnSpc>
            </a:pPr>
            <a:r>
              <a:rPr lang="en-US" sz="6960" b="1" spc="-139" dirty="0">
                <a:solidFill>
                  <a:srgbClr val="FF5000"/>
                </a:solidFill>
                <a:latin typeface="TT Firs Neue" panose="020B0003030000020004" pitchFamily="34" charset="0"/>
                <a:ea typeface="Clear Sans Bold"/>
                <a:cs typeface="Clear Sans Bold"/>
                <a:sym typeface="Clear Sans Bold"/>
              </a:rPr>
              <a:t>Thank you</a:t>
            </a:r>
          </a:p>
        </p:txBody>
      </p:sp>
      <p:sp>
        <p:nvSpPr>
          <p:cNvPr id="23" name="TextBox 23">
            <a:extLst>
              <a:ext uri="{FF2B5EF4-FFF2-40B4-BE49-F238E27FC236}">
                <a16:creationId xmlns:a16="http://schemas.microsoft.com/office/drawing/2014/main" id="{64325329-AE92-3208-886A-B925FED3C2B9}"/>
              </a:ext>
            </a:extLst>
          </p:cNvPr>
          <p:cNvSpPr txBox="1"/>
          <p:nvPr/>
        </p:nvSpPr>
        <p:spPr>
          <a:xfrm>
            <a:off x="11715031" y="5829300"/>
            <a:ext cx="5918904" cy="192360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r">
              <a:lnSpc>
                <a:spcPts val="2995"/>
              </a:lnSpc>
            </a:pPr>
            <a:r>
              <a:rPr lang="en-US" sz="2140" b="1" spc="-42" dirty="0">
                <a:solidFill>
                  <a:srgbClr val="000000"/>
                </a:solidFill>
                <a:latin typeface="TT Firs Neue" panose="020B0003030000020004" pitchFamily="34" charset="0"/>
                <a:ea typeface="Clear Sans"/>
                <a:cs typeface="Clear Sans"/>
                <a:sym typeface="Clear Sans"/>
              </a:rPr>
              <a:t>PT Darma Henwa </a:t>
            </a:r>
            <a:r>
              <a:rPr lang="en-US" sz="2140" b="1" spc="-42" dirty="0" err="1">
                <a:solidFill>
                  <a:srgbClr val="000000"/>
                </a:solidFill>
                <a:latin typeface="TT Firs Neue" panose="020B0003030000020004" pitchFamily="34" charset="0"/>
                <a:ea typeface="Clear Sans"/>
                <a:cs typeface="Clear Sans"/>
                <a:sym typeface="Clear Sans"/>
              </a:rPr>
              <a:t>Tbk</a:t>
            </a:r>
            <a:endParaRPr lang="en-US" sz="2140" b="1" spc="-42" dirty="0">
              <a:solidFill>
                <a:srgbClr val="000000"/>
              </a:solidFill>
              <a:latin typeface="TT Firs Neue" panose="020B0003030000020004" pitchFamily="34" charset="0"/>
              <a:ea typeface="Clear Sans"/>
              <a:cs typeface="Clear Sans"/>
              <a:sym typeface="Clear Sans"/>
            </a:endParaRPr>
          </a:p>
          <a:p>
            <a:pPr lvl="0" algn="r">
              <a:lnSpc>
                <a:spcPts val="2995"/>
              </a:lnSpc>
            </a:pPr>
            <a:r>
              <a:rPr lang="en-US" sz="2140" spc="-42" dirty="0">
                <a:solidFill>
                  <a:srgbClr val="000000"/>
                </a:solidFill>
                <a:latin typeface="TT Firs Neue" panose="020B0003030000020004" pitchFamily="34" charset="0"/>
                <a:ea typeface="Clear Sans"/>
                <a:cs typeface="Clear Sans"/>
                <a:sym typeface="Clear Sans"/>
              </a:rPr>
              <a:t>Prosperity Tower 39th Floor</a:t>
            </a:r>
          </a:p>
          <a:p>
            <a:pPr lvl="0" algn="r">
              <a:lnSpc>
                <a:spcPts val="2995"/>
              </a:lnSpc>
            </a:pPr>
            <a:r>
              <a:rPr lang="en-US" sz="2140" spc="-42" dirty="0">
                <a:solidFill>
                  <a:srgbClr val="000000"/>
                </a:solidFill>
                <a:latin typeface="TT Firs Neue" panose="020B0003030000020004" pitchFamily="34" charset="0"/>
                <a:ea typeface="Clear Sans"/>
                <a:cs typeface="Clear Sans"/>
                <a:sym typeface="Clear Sans"/>
              </a:rPr>
              <a:t>SCBD, District 8, Lot. 28</a:t>
            </a:r>
          </a:p>
          <a:p>
            <a:pPr lvl="0" algn="r">
              <a:lnSpc>
                <a:spcPts val="2995"/>
              </a:lnSpc>
            </a:pPr>
            <a:r>
              <a:rPr lang="en-US" sz="2140" spc="-42" dirty="0">
                <a:solidFill>
                  <a:srgbClr val="000000"/>
                </a:solidFill>
                <a:latin typeface="TT Firs Neue" panose="020B0003030000020004" pitchFamily="34" charset="0"/>
                <a:ea typeface="Clear Sans"/>
                <a:cs typeface="Clear Sans"/>
                <a:sym typeface="Clear Sans"/>
              </a:rPr>
              <a:t>Jl. </a:t>
            </a:r>
            <a:r>
              <a:rPr lang="en-US" sz="2140" spc="-42" dirty="0" err="1">
                <a:solidFill>
                  <a:srgbClr val="000000"/>
                </a:solidFill>
                <a:latin typeface="TT Firs Neue" panose="020B0003030000020004" pitchFamily="34" charset="0"/>
                <a:ea typeface="Clear Sans"/>
                <a:cs typeface="Clear Sans"/>
                <a:sym typeface="Clear Sans"/>
              </a:rPr>
              <a:t>Jend</a:t>
            </a:r>
            <a:r>
              <a:rPr lang="en-US" sz="2140" spc="-42" dirty="0">
                <a:solidFill>
                  <a:srgbClr val="000000"/>
                </a:solidFill>
                <a:latin typeface="TT Firs Neue" panose="020B0003030000020004" pitchFamily="34" charset="0"/>
                <a:ea typeface="Clear Sans"/>
                <a:cs typeface="Clear Sans"/>
                <a:sym typeface="Clear Sans"/>
              </a:rPr>
              <a:t>. </a:t>
            </a:r>
            <a:r>
              <a:rPr lang="en-US" sz="2140" spc="-42" dirty="0" err="1">
                <a:solidFill>
                  <a:srgbClr val="000000"/>
                </a:solidFill>
                <a:latin typeface="TT Firs Neue" panose="020B0003030000020004" pitchFamily="34" charset="0"/>
                <a:ea typeface="Clear Sans"/>
                <a:cs typeface="Clear Sans"/>
                <a:sym typeface="Clear Sans"/>
              </a:rPr>
              <a:t>Sudirman</a:t>
            </a:r>
            <a:r>
              <a:rPr lang="en-US" sz="2140" spc="-42" dirty="0">
                <a:solidFill>
                  <a:srgbClr val="000000"/>
                </a:solidFill>
                <a:latin typeface="TT Firs Neue" panose="020B0003030000020004" pitchFamily="34" charset="0"/>
                <a:ea typeface="Clear Sans"/>
                <a:cs typeface="Clear Sans"/>
                <a:sym typeface="Clear Sans"/>
              </a:rPr>
              <a:t> </a:t>
            </a:r>
            <a:r>
              <a:rPr lang="en-US" sz="2140" spc="-42" dirty="0" err="1">
                <a:solidFill>
                  <a:srgbClr val="000000"/>
                </a:solidFill>
                <a:latin typeface="TT Firs Neue" panose="020B0003030000020004" pitchFamily="34" charset="0"/>
                <a:ea typeface="Clear Sans"/>
                <a:cs typeface="Clear Sans"/>
                <a:sym typeface="Clear Sans"/>
              </a:rPr>
              <a:t>Kav</a:t>
            </a:r>
            <a:r>
              <a:rPr lang="en-US" sz="2140" spc="-42" dirty="0">
                <a:solidFill>
                  <a:srgbClr val="000000"/>
                </a:solidFill>
                <a:latin typeface="TT Firs Neue" panose="020B0003030000020004" pitchFamily="34" charset="0"/>
                <a:ea typeface="Clear Sans"/>
                <a:cs typeface="Clear Sans"/>
                <a:sym typeface="Clear Sans"/>
              </a:rPr>
              <a:t>. 52-53</a:t>
            </a:r>
          </a:p>
          <a:p>
            <a:pPr lvl="0" algn="r">
              <a:lnSpc>
                <a:spcPts val="2995"/>
              </a:lnSpc>
            </a:pPr>
            <a:r>
              <a:rPr lang="en-US" sz="2140" spc="-42" dirty="0">
                <a:solidFill>
                  <a:srgbClr val="000000"/>
                </a:solidFill>
                <a:latin typeface="TT Firs Neue" panose="020B0003030000020004" pitchFamily="34" charset="0"/>
                <a:ea typeface="Clear Sans"/>
                <a:cs typeface="Clear Sans"/>
                <a:sym typeface="Clear Sans"/>
              </a:rPr>
              <a:t>South Jakarta 12190 Indonesia</a:t>
            </a:r>
          </a:p>
        </p:txBody>
      </p:sp>
      <p:sp>
        <p:nvSpPr>
          <p:cNvPr id="27" name="TextBox 27">
            <a:extLst>
              <a:ext uri="{FF2B5EF4-FFF2-40B4-BE49-F238E27FC236}">
                <a16:creationId xmlns:a16="http://schemas.microsoft.com/office/drawing/2014/main" id="{8A5DB837-C240-76B8-15ED-74BA24B33444}"/>
              </a:ext>
            </a:extLst>
          </p:cNvPr>
          <p:cNvSpPr txBox="1"/>
          <p:nvPr/>
        </p:nvSpPr>
        <p:spPr>
          <a:xfrm>
            <a:off x="11033603" y="9733865"/>
            <a:ext cx="6987828" cy="36263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r">
              <a:lnSpc>
                <a:spcPts val="2760"/>
              </a:lnSpc>
            </a:pPr>
            <a:r>
              <a:rPr lang="en-US" sz="2680" b="1" spc="508" dirty="0">
                <a:solidFill>
                  <a:srgbClr val="211C1C"/>
                </a:solidFill>
                <a:latin typeface="TT Firs Neue" panose="020B0003030000020004" pitchFamily="34" charset="0"/>
                <a:ea typeface="Clear Sans Bold"/>
                <a:cs typeface="Clear Sans Bold"/>
                <a:sym typeface="Clear Sans Bold"/>
              </a:rPr>
              <a:t>www.ptdh.co.id</a:t>
            </a: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D87FF88F-2704-3545-BF76-27278D3CAE56}"/>
              </a:ext>
            </a:extLst>
          </p:cNvPr>
          <p:cNvPicPr>
            <a:picLocks noChangeAspect="1"/>
          </p:cNvPicPr>
          <p:nvPr/>
        </p:nvPicPr>
        <p:blipFill>
          <a:blip r:embed="rId3" cstate="screen"/>
          <a:stretch>
            <a:fillRect/>
          </a:stretch>
        </p:blipFill>
        <p:spPr>
          <a:xfrm>
            <a:off x="16840200" y="-1486"/>
            <a:ext cx="1447800" cy="138407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840289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Custom 5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3F3F3F"/>
      </a:accent1>
      <a:accent2>
        <a:srgbClr val="538135"/>
      </a:accent2>
      <a:accent3>
        <a:srgbClr val="7F7F7F"/>
      </a:accent3>
      <a:accent4>
        <a:srgbClr val="C5E0B3"/>
      </a:accent4>
      <a:accent5>
        <a:srgbClr val="FFD965"/>
      </a:accent5>
      <a:accent6>
        <a:srgbClr val="FFF2CC"/>
      </a:accent6>
      <a:hlink>
        <a:srgbClr val="0563C1"/>
      </a:hlink>
      <a:folHlink>
        <a:srgbClr val="954F72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pto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444CEED4EDF6B04BA3606D8590B64A36" ma:contentTypeVersion="9" ma:contentTypeDescription="Create a new document." ma:contentTypeScope="" ma:versionID="f73b7830dcbe062b04af524a329d043a">
  <xsd:schema xmlns:xsd="http://www.w3.org/2001/XMLSchema" xmlns:xs="http://www.w3.org/2001/XMLSchema" xmlns:p="http://schemas.microsoft.com/office/2006/metadata/properties" xmlns:ns3="cf02bdbc-f5af-4a67-8f8e-2db8415f4f07" targetNamespace="http://schemas.microsoft.com/office/2006/metadata/properties" ma:root="true" ma:fieldsID="757f76b7977f50fa00661618539593a8" ns3:_="">
    <xsd:import namespace="cf02bdbc-f5af-4a67-8f8e-2db8415f4f07"/>
    <xsd:element name="properties">
      <xsd:complexType>
        <xsd:sequence>
          <xsd:element name="documentManagement">
            <xsd:complexType>
              <xsd:all>
                <xsd:element ref="ns3:MediaServiceDateTaken" minOccurs="0"/>
                <xsd:element ref="ns3:MediaServiceMetadata" minOccurs="0"/>
                <xsd:element ref="ns3:MediaServiceFastMetadata" minOccurs="0"/>
                <xsd:element ref="ns3:MediaServiceSearchProperties" minOccurs="0"/>
                <xsd:element ref="ns3:_activity" minOccurs="0"/>
                <xsd:element ref="ns3:MediaServiceSystemTags" minOccurs="0"/>
                <xsd:element ref="ns3:MediaServiceOCR" minOccurs="0"/>
                <xsd:element ref="ns3:MediaServiceGenerationTime" minOccurs="0"/>
                <xsd:element ref="ns3:MediaServiceEventHashCode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cf02bdbc-f5af-4a67-8f8e-2db8415f4f07" elementFormDefault="qualified">
    <xsd:import namespace="http://schemas.microsoft.com/office/2006/documentManagement/types"/>
    <xsd:import namespace="http://schemas.microsoft.com/office/infopath/2007/PartnerControls"/>
    <xsd:element name="MediaServiceDateTaken" ma:index="8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MediaServiceMetadata" ma:index="9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10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SearchProperties" ma:index="11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_activity" ma:index="12" nillable="true" ma:displayName="_activity" ma:hidden="true" ma:internalName="_activity">
      <xsd:simpleType>
        <xsd:restriction base="dms:Note"/>
      </xsd:simpleType>
    </xsd:element>
    <xsd:element name="MediaServiceSystemTags" ma:index="13" nillable="true" ma:displayName="MediaServiceSystemTags" ma:hidden="true" ma:internalName="MediaServiceSystemTags" ma:readOnly="true">
      <xsd:simpleType>
        <xsd:restriction base="dms:Note"/>
      </xsd:simpleType>
    </xsd:element>
    <xsd:element name="MediaServiceOCR" ma:index="14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GenerationTime" ma:index="15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6" nillable="true" ma:displayName="MediaServiceEventHashCode" ma:hidden="true" ma:internalName="MediaServiceEventHashCode" ma:readOnly="true">
      <xsd:simpleType>
        <xsd:restriction base="dms:Text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_activity xmlns="cf02bdbc-f5af-4a67-8f8e-2db8415f4f07" xsi:nil="true"/>
  </documentManagement>
</p:properties>
</file>

<file path=customXml/itemProps1.xml><?xml version="1.0" encoding="utf-8"?>
<ds:datastoreItem xmlns:ds="http://schemas.openxmlformats.org/officeDocument/2006/customXml" ds:itemID="{668B9972-A2C2-456C-BF9A-7B27513AC3D7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cf02bdbc-f5af-4a67-8f8e-2db8415f4f07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2.xml><?xml version="1.0" encoding="utf-8"?>
<ds:datastoreItem xmlns:ds="http://schemas.openxmlformats.org/officeDocument/2006/customXml" ds:itemID="{92C1AE06-B29F-45A1-AA0E-AA60BD934E63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638B551E-3A7D-4840-AFD0-2F447F4C26A3}">
  <ds:schemaRefs>
    <ds:schemaRef ds:uri="http://schemas.microsoft.com/office/2006/documentManagement/types"/>
    <ds:schemaRef ds:uri="cf02bdbc-f5af-4a67-8f8e-2db8415f4f07"/>
    <ds:schemaRef ds:uri="http://www.w3.org/XML/1998/namespace"/>
    <ds:schemaRef ds:uri="http://purl.org/dc/elements/1.1/"/>
    <ds:schemaRef ds:uri="http://purl.org/dc/terms/"/>
    <ds:schemaRef ds:uri="http://schemas.microsoft.com/office/infopath/2007/PartnerControls"/>
    <ds:schemaRef ds:uri="http://purl.org/dc/dcmitype/"/>
    <ds:schemaRef ds:uri="http://schemas.openxmlformats.org/package/2006/metadata/core-properties"/>
    <ds:schemaRef ds:uri="http://schemas.microsoft.com/office/2006/metadata/properties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otalTime>22094</TotalTime>
  <Words>3944</Words>
  <Application>Microsoft Office PowerPoint</Application>
  <PresentationFormat>Custom</PresentationFormat>
  <Paragraphs>863</Paragraphs>
  <Slides>12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20" baseType="lpstr">
      <vt:lpstr>Aptos</vt:lpstr>
      <vt:lpstr>Arial</vt:lpstr>
      <vt:lpstr>Calibri</vt:lpstr>
      <vt:lpstr>Trade Gothic Next Heavy</vt:lpstr>
      <vt:lpstr>Trebuchet MS</vt:lpstr>
      <vt:lpstr>TT Firs Neue</vt:lpstr>
      <vt:lpstr>TT Firs Neue Medium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Option 3</dc:title>
  <dc:creator>Mukson Arif Rosyidi</dc:creator>
  <cp:lastModifiedBy>Navi Antar</cp:lastModifiedBy>
  <cp:revision>398</cp:revision>
  <cp:lastPrinted>2024-12-02T10:05:00Z</cp:lastPrinted>
  <dcterms:created xsi:type="dcterms:W3CDTF">2006-08-16T00:00:00Z</dcterms:created>
  <dcterms:modified xsi:type="dcterms:W3CDTF">2026-05-11T08:13:28Z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ICV">
    <vt:lpwstr>C31B7B8C57E44421990808513139C679_12</vt:lpwstr>
  </property>
  <property fmtid="{D5CDD505-2E9C-101B-9397-08002B2CF9AE}" pid="3" name="KSOProductBuildVer">
    <vt:lpwstr>1033-12.2.0.22549</vt:lpwstr>
  </property>
  <property fmtid="{D5CDD505-2E9C-101B-9397-08002B2CF9AE}" pid="4" name="ContentTypeId">
    <vt:lpwstr>0x010100444CEED4EDF6B04BA3606D8590B64A36</vt:lpwstr>
  </property>
</Properties>
</file>