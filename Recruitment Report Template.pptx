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4124" r:id="rId2"/>
    <p:sldId id="4154" r:id="rId3"/>
    <p:sldId id="4151" r:id="rId4"/>
    <p:sldId id="4145" r:id="rId5"/>
    <p:sldId id="4143" r:id="rId6"/>
    <p:sldId id="4147" r:id="rId7"/>
    <p:sldId id="4144" r:id="rId8"/>
    <p:sldId id="4146" r:id="rId9"/>
    <p:sldId id="4157" r:id="rId10"/>
    <p:sldId id="4093" r:id="rId11"/>
  </p:sldIdLst>
  <p:sldSz cx="18288000" cy="10287000"/>
  <p:notesSz cx="6807200" cy="99393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3ACB179-2AEB-4BAC-8269-98D684FD2A74}">
          <p14:sldIdLst>
            <p14:sldId id="4124"/>
            <p14:sldId id="4154"/>
            <p14:sldId id="4151"/>
            <p14:sldId id="4145"/>
            <p14:sldId id="4143"/>
            <p14:sldId id="4147"/>
            <p14:sldId id="4144"/>
            <p14:sldId id="4146"/>
            <p14:sldId id="4157"/>
            <p14:sldId id="40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B8C1415-AC84-79A9-CC53-6F15C1DD8F34}" name="Bachry Bachry" initials="BB" userId="4d1d40a8987a3ab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8F00"/>
    <a:srgbClr val="FF7501"/>
    <a:srgbClr val="D4DEE2"/>
    <a:srgbClr val="FF6805"/>
    <a:srgbClr val="EFEFEF"/>
    <a:srgbClr val="FFB209"/>
    <a:srgbClr val="FF6C26"/>
    <a:srgbClr val="B4B4B4"/>
    <a:srgbClr val="FFBD00"/>
    <a:srgbClr val="FFDC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688" autoAdjust="0"/>
    <p:restoredTop sz="91738" autoAdjust="0"/>
  </p:normalViewPr>
  <p:slideViewPr>
    <p:cSldViewPr showGuides="1">
      <p:cViewPr>
        <p:scale>
          <a:sx n="50" d="100"/>
          <a:sy n="50" d="100"/>
        </p:scale>
        <p:origin x="708" y="-1110"/>
      </p:cViewPr>
      <p:guideLst>
        <p:guide orient="horz" pos="2136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vi Antar" userId="6df6a063-371f-44fb-8c83-31ca573a9c53" providerId="ADAL" clId="{40A68A68-38CD-43FF-9171-6B7D61AE371A}"/>
    <pc:docChg chg="custSel modSld">
      <pc:chgData name="Navi Antar" userId="6df6a063-371f-44fb-8c83-31ca573a9c53" providerId="ADAL" clId="{40A68A68-38CD-43FF-9171-6B7D61AE371A}" dt="2026-05-07T07:16:02.431" v="7" actId="478"/>
      <pc:docMkLst>
        <pc:docMk/>
      </pc:docMkLst>
      <pc:sldChg chg="delSp mod">
        <pc:chgData name="Navi Antar" userId="6df6a063-371f-44fb-8c83-31ca573a9c53" providerId="ADAL" clId="{40A68A68-38CD-43FF-9171-6B7D61AE371A}" dt="2026-05-07T07:15:49.018" v="3" actId="478"/>
        <pc:sldMkLst>
          <pc:docMk/>
          <pc:sldMk cId="2103430863" sldId="4143"/>
        </pc:sldMkLst>
        <pc:picChg chg="del">
          <ac:chgData name="Navi Antar" userId="6df6a063-371f-44fb-8c83-31ca573a9c53" providerId="ADAL" clId="{40A68A68-38CD-43FF-9171-6B7D61AE371A}" dt="2026-05-07T07:15:49.018" v="3" actId="478"/>
          <ac:picMkLst>
            <pc:docMk/>
            <pc:sldMk cId="2103430863" sldId="4143"/>
            <ac:picMk id="4" creationId="{00000000-0000-0000-0000-000000000000}"/>
          </ac:picMkLst>
        </pc:picChg>
      </pc:sldChg>
      <pc:sldChg chg="delSp mod">
        <pc:chgData name="Navi Antar" userId="6df6a063-371f-44fb-8c83-31ca573a9c53" providerId="ADAL" clId="{40A68A68-38CD-43FF-9171-6B7D61AE371A}" dt="2026-05-07T07:15:57.112" v="5" actId="478"/>
        <pc:sldMkLst>
          <pc:docMk/>
          <pc:sldMk cId="3781804838" sldId="4144"/>
        </pc:sldMkLst>
        <pc:picChg chg="del">
          <ac:chgData name="Navi Antar" userId="6df6a063-371f-44fb-8c83-31ca573a9c53" providerId="ADAL" clId="{40A68A68-38CD-43FF-9171-6B7D61AE371A}" dt="2026-05-07T07:15:57.112" v="5" actId="478"/>
          <ac:picMkLst>
            <pc:docMk/>
            <pc:sldMk cId="3781804838" sldId="4144"/>
            <ac:picMk id="5" creationId="{00000000-0000-0000-0000-000000000000}"/>
          </ac:picMkLst>
        </pc:picChg>
      </pc:sldChg>
      <pc:sldChg chg="delSp mod">
        <pc:chgData name="Navi Antar" userId="6df6a063-371f-44fb-8c83-31ca573a9c53" providerId="ADAL" clId="{40A68A68-38CD-43FF-9171-6B7D61AE371A}" dt="2026-05-07T07:15:45.760" v="2" actId="478"/>
        <pc:sldMkLst>
          <pc:docMk/>
          <pc:sldMk cId="1269423291" sldId="4145"/>
        </pc:sldMkLst>
        <pc:picChg chg="del">
          <ac:chgData name="Navi Antar" userId="6df6a063-371f-44fb-8c83-31ca573a9c53" providerId="ADAL" clId="{40A68A68-38CD-43FF-9171-6B7D61AE371A}" dt="2026-05-07T07:15:45.760" v="2" actId="478"/>
          <ac:picMkLst>
            <pc:docMk/>
            <pc:sldMk cId="1269423291" sldId="4145"/>
            <ac:picMk id="8" creationId="{00000000-0000-0000-0000-000000000000}"/>
          </ac:picMkLst>
        </pc:picChg>
      </pc:sldChg>
      <pc:sldChg chg="delSp mod">
        <pc:chgData name="Navi Antar" userId="6df6a063-371f-44fb-8c83-31ca573a9c53" providerId="ADAL" clId="{40A68A68-38CD-43FF-9171-6B7D61AE371A}" dt="2026-05-07T07:15:59.753" v="6" actId="478"/>
        <pc:sldMkLst>
          <pc:docMk/>
          <pc:sldMk cId="2443000002" sldId="4146"/>
        </pc:sldMkLst>
        <pc:picChg chg="del">
          <ac:chgData name="Navi Antar" userId="6df6a063-371f-44fb-8c83-31ca573a9c53" providerId="ADAL" clId="{40A68A68-38CD-43FF-9171-6B7D61AE371A}" dt="2026-05-07T07:15:59.753" v="6" actId="478"/>
          <ac:picMkLst>
            <pc:docMk/>
            <pc:sldMk cId="2443000002" sldId="4146"/>
            <ac:picMk id="4" creationId="{00000000-0000-0000-0000-000000000000}"/>
          </ac:picMkLst>
        </pc:picChg>
      </pc:sldChg>
      <pc:sldChg chg="delSp mod">
        <pc:chgData name="Navi Antar" userId="6df6a063-371f-44fb-8c83-31ca573a9c53" providerId="ADAL" clId="{40A68A68-38CD-43FF-9171-6B7D61AE371A}" dt="2026-05-07T07:15:54.248" v="4" actId="478"/>
        <pc:sldMkLst>
          <pc:docMk/>
          <pc:sldMk cId="1023368460" sldId="4147"/>
        </pc:sldMkLst>
        <pc:picChg chg="del">
          <ac:chgData name="Navi Antar" userId="6df6a063-371f-44fb-8c83-31ca573a9c53" providerId="ADAL" clId="{40A68A68-38CD-43FF-9171-6B7D61AE371A}" dt="2026-05-07T07:15:54.248" v="4" actId="478"/>
          <ac:picMkLst>
            <pc:docMk/>
            <pc:sldMk cId="1023368460" sldId="4147"/>
            <ac:picMk id="4" creationId="{00000000-0000-0000-0000-000000000000}"/>
          </ac:picMkLst>
        </pc:picChg>
      </pc:sldChg>
      <pc:sldChg chg="delSp mod">
        <pc:chgData name="Navi Antar" userId="6df6a063-371f-44fb-8c83-31ca573a9c53" providerId="ADAL" clId="{40A68A68-38CD-43FF-9171-6B7D61AE371A}" dt="2026-05-07T07:15:41.368" v="1" actId="478"/>
        <pc:sldMkLst>
          <pc:docMk/>
          <pc:sldMk cId="699567250" sldId="4151"/>
        </pc:sldMkLst>
        <pc:picChg chg="del">
          <ac:chgData name="Navi Antar" userId="6df6a063-371f-44fb-8c83-31ca573a9c53" providerId="ADAL" clId="{40A68A68-38CD-43FF-9171-6B7D61AE371A}" dt="2026-05-07T07:15:41.368" v="1" actId="478"/>
          <ac:picMkLst>
            <pc:docMk/>
            <pc:sldMk cId="699567250" sldId="4151"/>
            <ac:picMk id="2" creationId="{00000000-0000-0000-0000-000000000000}"/>
          </ac:picMkLst>
        </pc:picChg>
      </pc:sldChg>
      <pc:sldChg chg="delSp mod">
        <pc:chgData name="Navi Antar" userId="6df6a063-371f-44fb-8c83-31ca573a9c53" providerId="ADAL" clId="{40A68A68-38CD-43FF-9171-6B7D61AE371A}" dt="2026-05-07T07:15:36.604" v="0" actId="478"/>
        <pc:sldMkLst>
          <pc:docMk/>
          <pc:sldMk cId="3252344490" sldId="4154"/>
        </pc:sldMkLst>
        <pc:picChg chg="del">
          <ac:chgData name="Navi Antar" userId="6df6a063-371f-44fb-8c83-31ca573a9c53" providerId="ADAL" clId="{40A68A68-38CD-43FF-9171-6B7D61AE371A}" dt="2026-05-07T07:15:36.604" v="0" actId="478"/>
          <ac:picMkLst>
            <pc:docMk/>
            <pc:sldMk cId="3252344490" sldId="4154"/>
            <ac:picMk id="4" creationId="{00000000-0000-0000-0000-000000000000}"/>
          </ac:picMkLst>
        </pc:picChg>
      </pc:sldChg>
      <pc:sldChg chg="delSp mod">
        <pc:chgData name="Navi Antar" userId="6df6a063-371f-44fb-8c83-31ca573a9c53" providerId="ADAL" clId="{40A68A68-38CD-43FF-9171-6B7D61AE371A}" dt="2026-05-07T07:16:02.431" v="7" actId="478"/>
        <pc:sldMkLst>
          <pc:docMk/>
          <pc:sldMk cId="77150661" sldId="4157"/>
        </pc:sldMkLst>
        <pc:picChg chg="del">
          <ac:chgData name="Navi Antar" userId="6df6a063-371f-44fb-8c83-31ca573a9c53" providerId="ADAL" clId="{40A68A68-38CD-43FF-9171-6B7D61AE371A}" dt="2026-05-07T07:16:02.431" v="7" actId="478"/>
          <ac:picMkLst>
            <pc:docMk/>
            <pc:sldMk cId="77150661" sldId="4157"/>
            <ac:picMk id="2" creationId="{00000000-0000-0000-0000-00000000000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1F96D8-2788-4591-9E93-D3E68EF8361F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1DA3A-BE39-4580-B1E2-5B602861C2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6038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40E947-670A-45E9-B845-9BDA1D7A81F4}" type="datetimeFigureOut">
              <a:rPr lang="en-ID" smtClean="0"/>
              <a:t>07/05/2026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1038" y="4783138"/>
            <a:ext cx="5445125" cy="39131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6038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8AC1E-758F-4CB5-A4F8-8D4595E0E10D}" type="slidenum">
              <a:rPr lang="en-ID" smtClean="0"/>
              <a:t>‹#›</a:t>
            </a:fld>
            <a:endParaRPr lang="en-ID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4EFFA-FBB9-34DE-BE3C-7E23A54B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71D1-95D4-982E-BC9A-371F9CD4E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0B51E-EC9A-2960-FFED-91C90CE0CD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DBED8-DF4A-B2C5-87E9-13A99B30A3C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2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31265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4EFFA-FBB9-34DE-BE3C-7E23A54B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71D1-95D4-982E-BC9A-371F9CD4E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0B51E-EC9A-2960-FFED-91C90CE0CD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DBED8-DF4A-B2C5-87E9-13A99B30A3C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3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20495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4EFFA-FBB9-34DE-BE3C-7E23A54B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71D1-95D4-982E-BC9A-371F9CD4E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0B51E-EC9A-2960-FFED-91C90CE0CD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DBED8-DF4A-B2C5-87E9-13A99B30A3C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4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504943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9CA1E-7564-3A52-1935-40FDBF378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4E2BCF-9EF7-32B5-B36E-4DFDA08BBF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B6E9F-92D2-7033-C45E-E004E916DE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5F0608-CE56-A65C-1E8D-F3B04E2E09CD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5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839650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9CA1E-7564-3A52-1935-40FDBF378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4E2BCF-9EF7-32B5-B36E-4DFDA08BBF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B6E9F-92D2-7033-C45E-E004E916DE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5F0608-CE56-A65C-1E8D-F3B04E2E09CD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6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953367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ABD4-C3B4-2E7A-07ED-3AC1E856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09275-18D9-F849-27F1-27AEA6114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FA9466-F90B-7FD4-486D-DAFADC3A0E0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9A88-FB71-91A5-2AEB-8C5B37954709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7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19153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ABD4-C3B4-2E7A-07ED-3AC1E856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09275-18D9-F849-27F1-27AEA6114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FA9466-F90B-7FD4-486D-DAFADC3A0E0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9A88-FB71-91A5-2AEB-8C5B37954709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8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811733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ABD4-C3B4-2E7A-07ED-3AC1E856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09275-18D9-F849-27F1-27AEA6114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FA9466-F90B-7FD4-486D-DAFADC3A0E0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9A88-FB71-91A5-2AEB-8C5B37954709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9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819054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grpSp>
        <p:nvGrpSpPr>
          <p:cNvPr id="9" name="Group 8"/>
          <p:cNvGrpSpPr/>
          <p:nvPr userDrawn="1"/>
        </p:nvGrpSpPr>
        <p:grpSpPr>
          <a:xfrm rot="16200000">
            <a:off x="-5334076" y="4533975"/>
            <a:ext cx="7620000" cy="1219049"/>
            <a:chOff x="6400800" y="5445294"/>
            <a:chExt cx="7620000" cy="1219049"/>
          </a:xfrm>
        </p:grpSpPr>
        <p:sp>
          <p:nvSpPr>
            <p:cNvPr id="10" name="Rectangle 9"/>
            <p:cNvSpPr/>
            <p:nvPr/>
          </p:nvSpPr>
          <p:spPr>
            <a:xfrm>
              <a:off x="6400800" y="5445294"/>
              <a:ext cx="7620000" cy="121904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794944" y="5600700"/>
              <a:ext cx="20608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>
                  <a:latin typeface="TT Firs Neue Medium" panose="020B0003030000020004" pitchFamily="34" charset="0"/>
                </a:rPr>
                <a:t>Primary Colours</a:t>
              </a:r>
              <a:endParaRPr lang="en-ID" sz="1600" dirty="0">
                <a:latin typeface="TT Firs Neue Medium" panose="020B0003030000020004" pitchFamily="34" charset="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624054" y="5600700"/>
              <a:ext cx="25999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>
                  <a:latin typeface="TT Firs Neue Medium" panose="020B0003030000020004" pitchFamily="34" charset="0"/>
                </a:rPr>
                <a:t>Secondary Colours</a:t>
              </a:r>
              <a:endParaRPr lang="en-ID" sz="1600" dirty="0">
                <a:latin typeface="TT Firs Neue Medium" panose="020B0003030000020004" pitchFamily="34" charset="0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423800" y="6033110"/>
              <a:ext cx="432000" cy="432000"/>
            </a:xfrm>
            <a:prstGeom prst="rect">
              <a:avLst/>
            </a:prstGeom>
            <a:solidFill>
              <a:srgbClr val="FF68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2877800" y="6031205"/>
              <a:ext cx="432000" cy="432000"/>
            </a:xfrm>
            <a:prstGeom prst="rect">
              <a:avLst/>
            </a:prstGeom>
            <a:solidFill>
              <a:srgbClr val="FFBD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2336372" y="6031205"/>
              <a:ext cx="432000" cy="4320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1794944" y="6033553"/>
              <a:ext cx="432000" cy="432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792052" y="6029300"/>
              <a:ext cx="432000" cy="432000"/>
            </a:xfrm>
            <a:prstGeom prst="rect">
              <a:avLst/>
            </a:prstGeom>
            <a:solidFill>
              <a:srgbClr val="FF91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0250624" y="6031205"/>
              <a:ext cx="432000" cy="432000"/>
            </a:xfrm>
            <a:prstGeom prst="rect">
              <a:avLst/>
            </a:prstGeom>
            <a:solidFill>
              <a:srgbClr val="FFDC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709196" y="6029300"/>
              <a:ext cx="432000" cy="432000"/>
            </a:xfrm>
            <a:prstGeom prst="rect">
              <a:avLst/>
            </a:prstGeom>
            <a:solidFill>
              <a:srgbClr val="B8DC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167768" y="6029300"/>
              <a:ext cx="432000" cy="432000"/>
            </a:xfrm>
            <a:prstGeom prst="rect">
              <a:avLst/>
            </a:prstGeom>
            <a:solidFill>
              <a:srgbClr val="8CBDC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624054" y="6029300"/>
              <a:ext cx="432000" cy="432000"/>
            </a:xfrm>
            <a:prstGeom prst="rect">
              <a:avLst/>
            </a:prstGeom>
            <a:solidFill>
              <a:srgbClr val="B4B4B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13" cstate="screen"/>
            <a:srcRect l="1" r="13712"/>
            <a:stretch>
              <a:fillRect/>
            </a:stretch>
          </p:blipFill>
          <p:spPr>
            <a:xfrm rot="5400000">
              <a:off x="7620360" y="6029300"/>
              <a:ext cx="429714" cy="432000"/>
            </a:xfrm>
            <a:prstGeom prst="rect">
              <a:avLst/>
            </a:prstGeom>
          </p:spPr>
        </p:pic>
        <p:pic>
          <p:nvPicPr>
            <p:cNvPr id="23" name="Picture 22"/>
            <p:cNvPicPr>
              <a:picLocks noChangeAspect="1"/>
            </p:cNvPicPr>
            <p:nvPr/>
          </p:nvPicPr>
          <p:blipFill>
            <a:blip r:embed="rId14" cstate="screen"/>
            <a:srcRect r="36704"/>
            <a:stretch>
              <a:fillRect/>
            </a:stretch>
          </p:blipFill>
          <p:spPr>
            <a:xfrm rot="5400000">
              <a:off x="7077789" y="6028148"/>
              <a:ext cx="429714" cy="432001"/>
            </a:xfrm>
            <a:prstGeom prst="rect">
              <a:avLst/>
            </a:prstGeom>
          </p:spPr>
        </p:pic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15" cstate="screen"/>
            <a:stretch>
              <a:fillRect/>
            </a:stretch>
          </p:blipFill>
          <p:spPr>
            <a:xfrm rot="5400000">
              <a:off x="6531789" y="6028148"/>
              <a:ext cx="432000" cy="432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6531789" y="5600700"/>
              <a:ext cx="15182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>
                  <a:latin typeface="TT Firs Neue Medium" panose="020B0003030000020004" pitchFamily="34" charset="0"/>
                </a:rPr>
                <a:t>Gradient</a:t>
              </a:r>
              <a:endParaRPr lang="en-ID" sz="1600" dirty="0">
                <a:latin typeface="TT Firs Neue Medium" panose="020B0003030000020004" pitchFamily="34" charset="0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www.ptdh.co.id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2B4AD-731B-BD97-67E9-DFFF3762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4">
            <a:extLst>
              <a:ext uri="{FF2B5EF4-FFF2-40B4-BE49-F238E27FC236}">
                <a16:creationId xmlns:a16="http://schemas.microsoft.com/office/drawing/2014/main" id="{91072AEE-5213-C013-1AFC-5AB8BBCE1CF3}"/>
              </a:ext>
            </a:extLst>
          </p:cNvPr>
          <p:cNvSpPr txBox="1"/>
          <p:nvPr/>
        </p:nvSpPr>
        <p:spPr>
          <a:xfrm>
            <a:off x="533400" y="4209861"/>
            <a:ext cx="8586004" cy="8888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7335"/>
              </a:lnSpc>
            </a:pPr>
            <a:r>
              <a:rPr lang="en-US" sz="54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PT Darma Henwa </a:t>
            </a:r>
            <a:r>
              <a:rPr lang="en-US" sz="5400" b="1" spc="-72" dirty="0" err="1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Tbk</a:t>
            </a:r>
            <a:endParaRPr lang="en-US" sz="5400" b="1" spc="-72" dirty="0">
              <a:solidFill>
                <a:srgbClr val="FF7501"/>
              </a:solidFill>
              <a:latin typeface="TT Firs Neue" panose="020B0003030000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34D19648-49BA-B76D-EBB5-744BA0AA4104}"/>
              </a:ext>
            </a:extLst>
          </p:cNvPr>
          <p:cNvSpPr txBox="1"/>
          <p:nvPr/>
        </p:nvSpPr>
        <p:spPr>
          <a:xfrm>
            <a:off x="602488" y="9147656"/>
            <a:ext cx="6571164" cy="3643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760"/>
              </a:lnSpc>
            </a:pPr>
            <a:r>
              <a:rPr lang="en-US" sz="2400" b="1" spc="508" dirty="0">
                <a:solidFill>
                  <a:srgbClr val="211C1C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  <a:hlinkClick r:id="rId2"/>
              </a:rPr>
              <a:t>www.ptdh.co.id</a:t>
            </a:r>
            <a:endParaRPr lang="en-US" sz="2400" b="1" spc="508" dirty="0">
              <a:solidFill>
                <a:srgbClr val="211C1C"/>
              </a:solidFill>
              <a:latin typeface="TT Firs Neue" panose="020B0003030000020004" pitchFamily="34" charset="0"/>
              <a:ea typeface="Clear Sans Bold"/>
              <a:cs typeface="Clear Sans Bold"/>
              <a:sym typeface="Clear Sans Bold"/>
            </a:endParaRP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D72ECF2-DE53-E179-DE20-09381BDE56F4}"/>
              </a:ext>
            </a:extLst>
          </p:cNvPr>
          <p:cNvSpPr txBox="1"/>
          <p:nvPr/>
        </p:nvSpPr>
        <p:spPr>
          <a:xfrm>
            <a:off x="600629" y="5251647"/>
            <a:ext cx="7575476" cy="441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20"/>
              </a:lnSpc>
            </a:pPr>
            <a:r>
              <a:rPr lang="en-US" sz="3320" b="1" spc="-109" dirty="0">
                <a:solidFill>
                  <a:srgbClr val="211C1C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</a:rPr>
              <a:t>Fulfillment Staff </a:t>
            </a:r>
            <a:r>
              <a:rPr lang="en-US" sz="3320" b="1" spc="-109" dirty="0">
                <a:solidFill>
                  <a:srgbClr val="211C1C"/>
                </a:solidFill>
                <a:latin typeface="Trebuchet MS" panose="020B0603020202020204" pitchFamily="34" charset="0"/>
                <a:ea typeface="Clear Sans Bold"/>
                <a:cs typeface="Clear Sans Bold"/>
                <a:sym typeface="Clear Sans Bold"/>
              </a:rPr>
              <a:t>2026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8DDABA0-3F55-D250-41C6-CAF2A87506C3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20444" y="307791"/>
            <a:ext cx="3748309" cy="2166692"/>
          </a:xfrm>
          <a:prstGeom prst="rect">
            <a:avLst/>
          </a:prstGeom>
        </p:spPr>
      </p:pic>
      <p:grpSp>
        <p:nvGrpSpPr>
          <p:cNvPr id="124" name="Group 2">
            <a:extLst>
              <a:ext uri="{FF2B5EF4-FFF2-40B4-BE49-F238E27FC236}">
                <a16:creationId xmlns:a16="http://schemas.microsoft.com/office/drawing/2014/main" id="{E9B474E1-F6C1-ED85-5E98-48A6EB4F6826}"/>
              </a:ext>
            </a:extLst>
          </p:cNvPr>
          <p:cNvGrpSpPr/>
          <p:nvPr/>
        </p:nvGrpSpPr>
        <p:grpSpPr>
          <a:xfrm rot="877871">
            <a:off x="10073895" y="6912175"/>
            <a:ext cx="3765319" cy="5217009"/>
            <a:chOff x="0" y="0"/>
            <a:chExt cx="1032754" cy="3478539"/>
          </a:xfrm>
          <a:solidFill>
            <a:srgbClr val="B4B4B4"/>
          </a:solidFill>
        </p:grpSpPr>
        <p:sp>
          <p:nvSpPr>
            <p:cNvPr id="125" name="Freeform 3">
              <a:extLst>
                <a:ext uri="{FF2B5EF4-FFF2-40B4-BE49-F238E27FC236}">
                  <a16:creationId xmlns:a16="http://schemas.microsoft.com/office/drawing/2014/main" id="{71C46521-B3BE-57EB-A2EE-E34067B28597}"/>
                </a:ext>
              </a:extLst>
            </p:cNvPr>
            <p:cNvSpPr/>
            <p:nvPr/>
          </p:nvSpPr>
          <p:spPr>
            <a:xfrm>
              <a:off x="0" y="0"/>
              <a:ext cx="1032754" cy="3478540"/>
            </a:xfrm>
            <a:custGeom>
              <a:avLst/>
              <a:gdLst/>
              <a:ahLst/>
              <a:cxnLst/>
              <a:rect l="l" t="t" r="r" b="b"/>
              <a:pathLst>
                <a:path w="1032754" h="3478540">
                  <a:moveTo>
                    <a:pt x="0" y="0"/>
                  </a:moveTo>
                  <a:lnTo>
                    <a:pt x="1032754" y="0"/>
                  </a:lnTo>
                  <a:lnTo>
                    <a:pt x="1032754" y="3478540"/>
                  </a:lnTo>
                  <a:lnTo>
                    <a:pt x="0" y="347854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26" name="TextBox 4">
              <a:extLst>
                <a:ext uri="{FF2B5EF4-FFF2-40B4-BE49-F238E27FC236}">
                  <a16:creationId xmlns:a16="http://schemas.microsoft.com/office/drawing/2014/main" id="{DD158F2A-7010-9962-F020-710385AB3987}"/>
                </a:ext>
              </a:extLst>
            </p:cNvPr>
            <p:cNvSpPr txBox="1"/>
            <p:nvPr/>
          </p:nvSpPr>
          <p:spPr>
            <a:xfrm>
              <a:off x="0" y="-28575"/>
              <a:ext cx="1032754" cy="35071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>
                <a:latin typeface="TT Firs Neue" panose="020B0003030000020004" pitchFamily="34" charset="0"/>
              </a:endParaRPr>
            </a:p>
          </p:txBody>
        </p:sp>
      </p:grpSp>
      <p:grpSp>
        <p:nvGrpSpPr>
          <p:cNvPr id="127" name="Group 5">
            <a:extLst>
              <a:ext uri="{FF2B5EF4-FFF2-40B4-BE49-F238E27FC236}">
                <a16:creationId xmlns:a16="http://schemas.microsoft.com/office/drawing/2014/main" id="{69C74CA7-C39B-B42A-718D-96218914153C}"/>
              </a:ext>
            </a:extLst>
          </p:cNvPr>
          <p:cNvGrpSpPr/>
          <p:nvPr/>
        </p:nvGrpSpPr>
        <p:grpSpPr>
          <a:xfrm rot="870606">
            <a:off x="10115618" y="-704327"/>
            <a:ext cx="1056814" cy="7724845"/>
            <a:chOff x="0" y="-28575"/>
            <a:chExt cx="289864" cy="2772778"/>
          </a:xfrm>
          <a:solidFill>
            <a:srgbClr val="FFB915"/>
          </a:solidFill>
        </p:grpSpPr>
        <p:sp>
          <p:nvSpPr>
            <p:cNvPr id="128" name="Freeform 6">
              <a:extLst>
                <a:ext uri="{FF2B5EF4-FFF2-40B4-BE49-F238E27FC236}">
                  <a16:creationId xmlns:a16="http://schemas.microsoft.com/office/drawing/2014/main" id="{0BBC35F4-7546-6CE4-9B7F-C32F6FDC45FA}"/>
                </a:ext>
              </a:extLst>
            </p:cNvPr>
            <p:cNvSpPr/>
            <p:nvPr/>
          </p:nvSpPr>
          <p:spPr>
            <a:xfrm>
              <a:off x="0" y="0"/>
              <a:ext cx="289864" cy="2744203"/>
            </a:xfrm>
            <a:custGeom>
              <a:avLst/>
              <a:gdLst/>
              <a:ahLst/>
              <a:cxnLst/>
              <a:rect l="l" t="t" r="r" b="b"/>
              <a:pathLst>
                <a:path w="289864" h="2744203">
                  <a:moveTo>
                    <a:pt x="0" y="0"/>
                  </a:moveTo>
                  <a:lnTo>
                    <a:pt x="289864" y="0"/>
                  </a:lnTo>
                  <a:lnTo>
                    <a:pt x="289864" y="2744203"/>
                  </a:lnTo>
                  <a:lnTo>
                    <a:pt x="0" y="2744203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29" name="TextBox 7">
              <a:extLst>
                <a:ext uri="{FF2B5EF4-FFF2-40B4-BE49-F238E27FC236}">
                  <a16:creationId xmlns:a16="http://schemas.microsoft.com/office/drawing/2014/main" id="{D14E2733-E4B9-6545-B9C5-EDA99BD11F70}"/>
                </a:ext>
              </a:extLst>
            </p:cNvPr>
            <p:cNvSpPr txBox="1"/>
            <p:nvPr/>
          </p:nvSpPr>
          <p:spPr>
            <a:xfrm>
              <a:off x="0" y="-28575"/>
              <a:ext cx="289864" cy="2772778"/>
            </a:xfrm>
            <a:prstGeom prst="rect">
              <a:avLst/>
            </a:prstGeom>
            <a:solidFill>
              <a:srgbClr val="FFBD00"/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 dirty="0">
                <a:latin typeface="TT Firs Neue" panose="020B0003030000020004" pitchFamily="34" charset="0"/>
              </a:endParaRPr>
            </a:p>
          </p:txBody>
        </p:sp>
      </p:grpSp>
      <p:grpSp>
        <p:nvGrpSpPr>
          <p:cNvPr id="130" name="Group 10">
            <a:extLst>
              <a:ext uri="{FF2B5EF4-FFF2-40B4-BE49-F238E27FC236}">
                <a16:creationId xmlns:a16="http://schemas.microsoft.com/office/drawing/2014/main" id="{0580BBAB-AC41-F524-9468-3366B06A68A4}"/>
              </a:ext>
            </a:extLst>
          </p:cNvPr>
          <p:cNvGrpSpPr/>
          <p:nvPr/>
        </p:nvGrpSpPr>
        <p:grpSpPr>
          <a:xfrm rot="921434">
            <a:off x="16040650" y="-1445924"/>
            <a:ext cx="3765319" cy="6765149"/>
            <a:chOff x="0" y="0"/>
            <a:chExt cx="1032754" cy="3478539"/>
          </a:xfrm>
          <a:solidFill>
            <a:srgbClr val="B4B4B4"/>
          </a:solidFill>
        </p:grpSpPr>
        <p:sp>
          <p:nvSpPr>
            <p:cNvPr id="131" name="Freeform 11">
              <a:extLst>
                <a:ext uri="{FF2B5EF4-FFF2-40B4-BE49-F238E27FC236}">
                  <a16:creationId xmlns:a16="http://schemas.microsoft.com/office/drawing/2014/main" id="{91529440-C235-ED1B-D9E0-FDCC1C0B382F}"/>
                </a:ext>
              </a:extLst>
            </p:cNvPr>
            <p:cNvSpPr/>
            <p:nvPr/>
          </p:nvSpPr>
          <p:spPr>
            <a:xfrm>
              <a:off x="0" y="0"/>
              <a:ext cx="1032754" cy="3478540"/>
            </a:xfrm>
            <a:custGeom>
              <a:avLst/>
              <a:gdLst/>
              <a:ahLst/>
              <a:cxnLst/>
              <a:rect l="l" t="t" r="r" b="b"/>
              <a:pathLst>
                <a:path w="1032754" h="3478540">
                  <a:moveTo>
                    <a:pt x="0" y="0"/>
                  </a:moveTo>
                  <a:lnTo>
                    <a:pt x="1032754" y="0"/>
                  </a:lnTo>
                  <a:lnTo>
                    <a:pt x="1032754" y="3478540"/>
                  </a:lnTo>
                  <a:lnTo>
                    <a:pt x="0" y="347854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32" name="TextBox 12">
              <a:extLst>
                <a:ext uri="{FF2B5EF4-FFF2-40B4-BE49-F238E27FC236}">
                  <a16:creationId xmlns:a16="http://schemas.microsoft.com/office/drawing/2014/main" id="{F7616C98-C1EA-0DF6-F8B3-D95F950453E6}"/>
                </a:ext>
              </a:extLst>
            </p:cNvPr>
            <p:cNvSpPr txBox="1"/>
            <p:nvPr/>
          </p:nvSpPr>
          <p:spPr>
            <a:xfrm>
              <a:off x="0" y="-28575"/>
              <a:ext cx="1032754" cy="35071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>
                <a:latin typeface="TT Firs Neue" panose="020B0003030000020004" pitchFamily="34" charset="0"/>
              </a:endParaRPr>
            </a:p>
          </p:txBody>
        </p:sp>
      </p:grpSp>
      <p:grpSp>
        <p:nvGrpSpPr>
          <p:cNvPr id="133" name="Group 13">
            <a:extLst>
              <a:ext uri="{FF2B5EF4-FFF2-40B4-BE49-F238E27FC236}">
                <a16:creationId xmlns:a16="http://schemas.microsoft.com/office/drawing/2014/main" id="{9323B6EE-53A4-E6C8-C341-25EEBB912F19}"/>
              </a:ext>
            </a:extLst>
          </p:cNvPr>
          <p:cNvGrpSpPr/>
          <p:nvPr/>
        </p:nvGrpSpPr>
        <p:grpSpPr>
          <a:xfrm rot="917294">
            <a:off x="15871650" y="-808253"/>
            <a:ext cx="3765319" cy="12682417"/>
            <a:chOff x="0" y="0"/>
            <a:chExt cx="1032754" cy="3478539"/>
          </a:xfrm>
          <a:solidFill>
            <a:srgbClr val="FF6805"/>
          </a:solidFill>
        </p:grpSpPr>
        <p:sp>
          <p:nvSpPr>
            <p:cNvPr id="134" name="Freeform 14">
              <a:extLst>
                <a:ext uri="{FF2B5EF4-FFF2-40B4-BE49-F238E27FC236}">
                  <a16:creationId xmlns:a16="http://schemas.microsoft.com/office/drawing/2014/main" id="{83DD826F-1A04-8589-D703-46C040F077EB}"/>
                </a:ext>
              </a:extLst>
            </p:cNvPr>
            <p:cNvSpPr/>
            <p:nvPr/>
          </p:nvSpPr>
          <p:spPr>
            <a:xfrm>
              <a:off x="0" y="0"/>
              <a:ext cx="1032754" cy="3478540"/>
            </a:xfrm>
            <a:custGeom>
              <a:avLst/>
              <a:gdLst/>
              <a:ahLst/>
              <a:cxnLst/>
              <a:rect l="l" t="t" r="r" b="b"/>
              <a:pathLst>
                <a:path w="1032754" h="3478540">
                  <a:moveTo>
                    <a:pt x="0" y="0"/>
                  </a:moveTo>
                  <a:lnTo>
                    <a:pt x="1032754" y="0"/>
                  </a:lnTo>
                  <a:lnTo>
                    <a:pt x="1032754" y="3478540"/>
                  </a:lnTo>
                  <a:lnTo>
                    <a:pt x="0" y="347854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35" name="TextBox 15">
              <a:extLst>
                <a:ext uri="{FF2B5EF4-FFF2-40B4-BE49-F238E27FC236}">
                  <a16:creationId xmlns:a16="http://schemas.microsoft.com/office/drawing/2014/main" id="{B171DEE7-9030-66D6-9D6E-1058A101100D}"/>
                </a:ext>
              </a:extLst>
            </p:cNvPr>
            <p:cNvSpPr txBox="1"/>
            <p:nvPr/>
          </p:nvSpPr>
          <p:spPr>
            <a:xfrm>
              <a:off x="0" y="-28575"/>
              <a:ext cx="1032754" cy="35071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>
                <a:latin typeface="TT Firs Neue" panose="020B0003030000020004" pitchFamily="34" charset="0"/>
              </a:endParaRPr>
            </a:p>
          </p:txBody>
        </p:sp>
      </p:grpSp>
      <p:sp>
        <p:nvSpPr>
          <p:cNvPr id="137" name="Freeform 9">
            <a:extLst>
              <a:ext uri="{FF2B5EF4-FFF2-40B4-BE49-F238E27FC236}">
                <a16:creationId xmlns:a16="http://schemas.microsoft.com/office/drawing/2014/main" id="{EAD56A01-EEDD-BE04-4FE0-ADF2E16C5A46}"/>
              </a:ext>
            </a:extLst>
          </p:cNvPr>
          <p:cNvSpPr/>
          <p:nvPr/>
        </p:nvSpPr>
        <p:spPr>
          <a:xfrm>
            <a:off x="8001000" y="2521257"/>
            <a:ext cx="4176541" cy="6203643"/>
          </a:xfrm>
          <a:custGeom>
            <a:avLst/>
            <a:gdLst/>
            <a:ahLst/>
            <a:cxnLst/>
            <a:rect l="l" t="t" r="r" b="b"/>
            <a:pathLst>
              <a:path w="4275074" h="6350000">
                <a:moveTo>
                  <a:pt x="4275074" y="0"/>
                </a:moveTo>
                <a:lnTo>
                  <a:pt x="2736723" y="6350000"/>
                </a:lnTo>
                <a:lnTo>
                  <a:pt x="0" y="6350000"/>
                </a:lnTo>
                <a:lnTo>
                  <a:pt x="1520444" y="0"/>
                </a:lnTo>
                <a:lnTo>
                  <a:pt x="4275074" y="0"/>
                </a:lnTo>
                <a:close/>
              </a:path>
            </a:pathLst>
          </a:custGeom>
          <a:blipFill dpi="0" rotWithShape="0">
            <a:blip r:embed="rId4"/>
            <a:srcRect/>
            <a:stretch>
              <a:fillRect l="-23034" t="779" r="-127715" b="-13601"/>
            </a:stretch>
          </a:blip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139" name="Freeform 17">
            <a:extLst>
              <a:ext uri="{FF2B5EF4-FFF2-40B4-BE49-F238E27FC236}">
                <a16:creationId xmlns:a16="http://schemas.microsoft.com/office/drawing/2014/main" id="{E4D4BF2A-3446-B4C3-5B01-8EC8A18AD46B}"/>
              </a:ext>
            </a:extLst>
          </p:cNvPr>
          <p:cNvSpPr/>
          <p:nvPr/>
        </p:nvSpPr>
        <p:spPr>
          <a:xfrm>
            <a:off x="13730459" y="2575844"/>
            <a:ext cx="4176541" cy="6203643"/>
          </a:xfrm>
          <a:custGeom>
            <a:avLst/>
            <a:gdLst/>
            <a:ahLst/>
            <a:cxnLst/>
            <a:rect l="l" t="t" r="r" b="b"/>
            <a:pathLst>
              <a:path w="4275074" h="6350000">
                <a:moveTo>
                  <a:pt x="4275074" y="0"/>
                </a:moveTo>
                <a:lnTo>
                  <a:pt x="2736723" y="6350000"/>
                </a:lnTo>
                <a:lnTo>
                  <a:pt x="0" y="6350000"/>
                </a:lnTo>
                <a:lnTo>
                  <a:pt x="1520444" y="0"/>
                </a:lnTo>
                <a:lnTo>
                  <a:pt x="4275074" y="0"/>
                </a:lnTo>
                <a:close/>
              </a:path>
            </a:pathLst>
          </a:custGeom>
          <a:blipFill>
            <a:blip r:embed="rId4"/>
            <a:stretch>
              <a:fillRect l="-156720" r="5972" b="-13382"/>
            </a:stretch>
          </a:blip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141" name="Freeform 19">
            <a:extLst>
              <a:ext uri="{FF2B5EF4-FFF2-40B4-BE49-F238E27FC236}">
                <a16:creationId xmlns:a16="http://schemas.microsoft.com/office/drawing/2014/main" id="{8016A76A-D54E-7F55-C2BE-A0F078D208D9}"/>
              </a:ext>
            </a:extLst>
          </p:cNvPr>
          <p:cNvSpPr/>
          <p:nvPr/>
        </p:nvSpPr>
        <p:spPr>
          <a:xfrm>
            <a:off x="10638240" y="3419390"/>
            <a:ext cx="4176541" cy="6203643"/>
          </a:xfrm>
          <a:custGeom>
            <a:avLst/>
            <a:gdLst/>
            <a:ahLst/>
            <a:cxnLst/>
            <a:rect l="l" t="t" r="r" b="b"/>
            <a:pathLst>
              <a:path w="4275074" h="6350000">
                <a:moveTo>
                  <a:pt x="4275074" y="0"/>
                </a:moveTo>
                <a:lnTo>
                  <a:pt x="2736723" y="6350000"/>
                </a:lnTo>
                <a:lnTo>
                  <a:pt x="0" y="6350000"/>
                </a:lnTo>
                <a:lnTo>
                  <a:pt x="1520444" y="0"/>
                </a:lnTo>
                <a:lnTo>
                  <a:pt x="4275074" y="0"/>
                </a:lnTo>
                <a:close/>
              </a:path>
            </a:pathLst>
          </a:custGeom>
          <a:blipFill>
            <a:blip r:embed="rId4"/>
            <a:stretch>
              <a:fillRect l="-85391" t="-13598" r="-65658" b="992"/>
            </a:stretch>
          </a:blip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142" name="Freeform 22">
            <a:extLst>
              <a:ext uri="{FF2B5EF4-FFF2-40B4-BE49-F238E27FC236}">
                <a16:creationId xmlns:a16="http://schemas.microsoft.com/office/drawing/2014/main" id="{9635F4C5-C364-E913-9AB0-F06A454519D8}"/>
              </a:ext>
            </a:extLst>
          </p:cNvPr>
          <p:cNvSpPr/>
          <p:nvPr/>
        </p:nvSpPr>
        <p:spPr>
          <a:xfrm rot="900000">
            <a:off x="17244318" y="3163983"/>
            <a:ext cx="3413323" cy="7105126"/>
          </a:xfrm>
          <a:custGeom>
            <a:avLst/>
            <a:gdLst/>
            <a:ahLst/>
            <a:cxnLst/>
            <a:rect l="l" t="t" r="r" b="b"/>
            <a:pathLst>
              <a:path w="14426652" h="7105126">
                <a:moveTo>
                  <a:pt x="0" y="0"/>
                </a:moveTo>
                <a:lnTo>
                  <a:pt x="14426651" y="0"/>
                </a:lnTo>
                <a:lnTo>
                  <a:pt x="14426651" y="7105126"/>
                </a:lnTo>
                <a:lnTo>
                  <a:pt x="0" y="7105126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FFAD35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4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40D89-6779-980A-1434-C9AEC6F0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530839C-B63D-4910-8D7B-993E034286A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196518-F3B0-8D65-945B-9231CC464D16}"/>
              </a:ext>
            </a:extLst>
          </p:cNvPr>
          <p:cNvSpPr txBox="1"/>
          <p:nvPr/>
        </p:nvSpPr>
        <p:spPr>
          <a:xfrm>
            <a:off x="2895600" y="245359"/>
            <a:ext cx="13330159" cy="93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BCP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15925800" y="3162300"/>
            <a:ext cx="990600" cy="5715000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34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40D89-6779-980A-1434-C9AEC6F0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530839C-B63D-4910-8D7B-993E034286A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196518-F3B0-8D65-945B-9231CC464D16}"/>
              </a:ext>
            </a:extLst>
          </p:cNvPr>
          <p:cNvSpPr txBox="1"/>
          <p:nvPr/>
        </p:nvSpPr>
        <p:spPr>
          <a:xfrm>
            <a:off x="2895600" y="245359"/>
            <a:ext cx="13330159" cy="93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BCP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6800" y="1714853"/>
            <a:ext cx="1063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Candidate Fit To Work</a:t>
            </a:r>
          </a:p>
        </p:txBody>
      </p:sp>
    </p:spTree>
    <p:extLst>
      <p:ext uri="{BB962C8B-B14F-4D97-AF65-F5344CB8AC3E}">
        <p14:creationId xmlns:p14="http://schemas.microsoft.com/office/powerpoint/2010/main" val="699567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40D89-6779-980A-1434-C9AEC6F0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530839C-B63D-4910-8D7B-993E034286A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196518-F3B0-8D65-945B-9231CC464D16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BCP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6762" y="1803908"/>
            <a:ext cx="8322222" cy="46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VS ACTUAL 02 Mar – 08 Mar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1776408"/>
            <a:ext cx="6955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09 Mar – 15 Mar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2400" y="4381500"/>
            <a:ext cx="9677400" cy="914400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423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9F620-B52B-72CE-56CA-6874173BC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ADE6555F-CB8B-A47D-0623-ED96DC603C02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D10C1D7-B6CC-3C42-61F1-76B23C5C48F1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KCP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048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</p:spTree>
    <p:extLst>
      <p:ext uri="{BB962C8B-B14F-4D97-AF65-F5344CB8AC3E}">
        <p14:creationId xmlns:p14="http://schemas.microsoft.com/office/powerpoint/2010/main" val="2103430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9F620-B52B-72CE-56CA-6874173BC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ADE6555F-CB8B-A47D-0623-ED96DC603C02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D10C1D7-B6CC-3C42-61F1-76B23C5C48F1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KCP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8939" y="1931371"/>
            <a:ext cx="8322222" cy="46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VS ACTUAL 02 Mar – 08 Mar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66198" y="2014835"/>
            <a:ext cx="6955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09 Mar – 15 Mar 2026</a:t>
            </a:r>
          </a:p>
        </p:txBody>
      </p:sp>
    </p:spTree>
    <p:extLst>
      <p:ext uri="{BB962C8B-B14F-4D97-AF65-F5344CB8AC3E}">
        <p14:creationId xmlns:p14="http://schemas.microsoft.com/office/powerpoint/2010/main" val="1023368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7DDC-E00C-65BB-E377-3DB95E89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677022E2-F1D4-EFE3-5249-95F758F8342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01A836FB-7C0B-8557-2F95-D6252A32E209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ACP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2400" y="2044125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34800" y="2044125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</p:spTree>
    <p:extLst>
      <p:ext uri="{BB962C8B-B14F-4D97-AF65-F5344CB8AC3E}">
        <p14:creationId xmlns:p14="http://schemas.microsoft.com/office/powerpoint/2010/main" val="3781804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7DDC-E00C-65BB-E377-3DB95E89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677022E2-F1D4-EFE3-5249-95F758F8342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01A836FB-7C0B-8557-2F95-D6252A32E209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ACP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6762" y="2159971"/>
            <a:ext cx="8322222" cy="46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VS ACTUAL 02 Mar – 08 Mar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39400" y="2132471"/>
            <a:ext cx="6955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09 Mar – 15 Mar 2026</a:t>
            </a:r>
          </a:p>
        </p:txBody>
      </p:sp>
    </p:spTree>
    <p:extLst>
      <p:ext uri="{BB962C8B-B14F-4D97-AF65-F5344CB8AC3E}">
        <p14:creationId xmlns:p14="http://schemas.microsoft.com/office/powerpoint/2010/main" val="2443000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7DDC-E00C-65BB-E377-3DB95E89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677022E2-F1D4-EFE3-5249-95F758F8342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01A836FB-7C0B-8557-2F95-D6252A32E209}"/>
              </a:ext>
            </a:extLst>
          </p:cNvPr>
          <p:cNvSpPr txBox="1"/>
          <p:nvPr/>
        </p:nvSpPr>
        <p:spPr>
          <a:xfrm>
            <a:off x="2895600" y="245359"/>
            <a:ext cx="13330159" cy="93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JKT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1000" y="1245924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68200" y="1225925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</p:spTree>
    <p:extLst>
      <p:ext uri="{BB962C8B-B14F-4D97-AF65-F5344CB8AC3E}">
        <p14:creationId xmlns:p14="http://schemas.microsoft.com/office/powerpoint/2010/main" val="77150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6A921-E997-8204-AFBC-080C3314C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A water in a quarry&#10;&#10;Description automatically generated with medium confidence">
            <a:extLst>
              <a:ext uri="{FF2B5EF4-FFF2-40B4-BE49-F238E27FC236}">
                <a16:creationId xmlns:a16="http://schemas.microsoft.com/office/drawing/2014/main" id="{C75025E4-2770-A987-50D6-E77A8A60ACC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alphaModFix amt="95000"/>
          </a:blip>
          <a:srcRect l="33333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sp>
        <p:nvSpPr>
          <p:cNvPr id="20" name="TextBox 20">
            <a:extLst>
              <a:ext uri="{FF2B5EF4-FFF2-40B4-BE49-F238E27FC236}">
                <a16:creationId xmlns:a16="http://schemas.microsoft.com/office/drawing/2014/main" id="{D716CF7E-189B-8437-690E-B7CBEDAE50BC}"/>
              </a:ext>
            </a:extLst>
          </p:cNvPr>
          <p:cNvSpPr txBox="1"/>
          <p:nvPr/>
        </p:nvSpPr>
        <p:spPr>
          <a:xfrm>
            <a:off x="11421099" y="4533900"/>
            <a:ext cx="6212836" cy="968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520"/>
              </a:lnSpc>
            </a:pPr>
            <a:r>
              <a:rPr lang="en-US" sz="6960" b="1" spc="-139" dirty="0">
                <a:solidFill>
                  <a:srgbClr val="FF5000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</a:rPr>
              <a:t>Thank you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64325329-AE92-3208-886A-B925FED3C2B9}"/>
              </a:ext>
            </a:extLst>
          </p:cNvPr>
          <p:cNvSpPr txBox="1"/>
          <p:nvPr/>
        </p:nvSpPr>
        <p:spPr>
          <a:xfrm>
            <a:off x="11715031" y="5829300"/>
            <a:ext cx="5918904" cy="19236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995"/>
              </a:lnSpc>
            </a:pPr>
            <a:r>
              <a:rPr lang="en-US" sz="2140" b="1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PT Darma Henwa </a:t>
            </a:r>
            <a:r>
              <a:rPr lang="en-US" sz="2140" b="1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Tbk</a:t>
            </a:r>
            <a:endParaRPr lang="en-US" sz="2140" b="1" spc="-42" dirty="0">
              <a:solidFill>
                <a:srgbClr val="000000"/>
              </a:solidFill>
              <a:latin typeface="TT Firs Neue" panose="020B0003030000020004" pitchFamily="34" charset="0"/>
              <a:ea typeface="Clear Sans"/>
              <a:cs typeface="Clear Sans"/>
              <a:sym typeface="Clear Sans"/>
            </a:endParaRP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Prosperity Tower 39th Floor</a:t>
            </a: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SCBD, District 8, Lot. 28</a:t>
            </a: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Jl. </a:t>
            </a:r>
            <a:r>
              <a:rPr lang="en-US" sz="2140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Jend</a:t>
            </a: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. </a:t>
            </a:r>
            <a:r>
              <a:rPr lang="en-US" sz="2140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Sudirman</a:t>
            </a: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 </a:t>
            </a:r>
            <a:r>
              <a:rPr lang="en-US" sz="2140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Kav</a:t>
            </a: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. 52-53</a:t>
            </a: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South Jakarta 12190 Indonesia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A5DB837-C240-76B8-15ED-74BA24B33444}"/>
              </a:ext>
            </a:extLst>
          </p:cNvPr>
          <p:cNvSpPr txBox="1"/>
          <p:nvPr/>
        </p:nvSpPr>
        <p:spPr>
          <a:xfrm>
            <a:off x="11033603" y="9733865"/>
            <a:ext cx="6987828" cy="36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760"/>
              </a:lnSpc>
            </a:pPr>
            <a:r>
              <a:rPr lang="en-US" sz="2680" b="1" spc="508" dirty="0">
                <a:solidFill>
                  <a:srgbClr val="211C1C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</a:rPr>
              <a:t>www.ptdh.co.id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7FF88F-2704-3545-BF76-27278D3CAE56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6840200" y="-1486"/>
            <a:ext cx="1447800" cy="1384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02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F3F3F"/>
      </a:accent1>
      <a:accent2>
        <a:srgbClr val="538135"/>
      </a:accent2>
      <a:accent3>
        <a:srgbClr val="7F7F7F"/>
      </a:accent3>
      <a:accent4>
        <a:srgbClr val="C5E0B3"/>
      </a:accent4>
      <a:accent5>
        <a:srgbClr val="FFD965"/>
      </a:accent5>
      <a:accent6>
        <a:srgbClr val="FFF2CC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22037</TotalTime>
  <Words>267</Words>
  <Application>Microsoft Office PowerPoint</Application>
  <PresentationFormat>Custom</PresentationFormat>
  <Paragraphs>49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Aptos</vt:lpstr>
      <vt:lpstr>Arial</vt:lpstr>
      <vt:lpstr>Calibri</vt:lpstr>
      <vt:lpstr>Trade Gothic Next Heavy</vt:lpstr>
      <vt:lpstr>Trebuchet MS</vt:lpstr>
      <vt:lpstr>TT Firs Neue</vt:lpstr>
      <vt:lpstr>TT Firs Neue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Option 3</dc:title>
  <dc:creator>Mukson Arif Rosyidi</dc:creator>
  <cp:lastModifiedBy>Navi Antar</cp:lastModifiedBy>
  <cp:revision>397</cp:revision>
  <cp:lastPrinted>2024-12-02T10:05:00Z</cp:lastPrinted>
  <dcterms:created xsi:type="dcterms:W3CDTF">2006-08-16T00:00:00Z</dcterms:created>
  <dcterms:modified xsi:type="dcterms:W3CDTF">2026-05-07T07:17:42Z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C31B7B8C57E44421990808513139C679_12</vt:lpwstr>
  </property>
  <property fmtid="{D5CDD505-2E9C-101B-9397-08002B2CF9AE}" pid="3" name="KSOProductBuildVer">
    <vt:lpwstr>1033-12.2.0.22549</vt:lpwstr>
  </property>
</Properties>
</file>